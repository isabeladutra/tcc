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66E1E6-DDA2-42E4-BA4B-ED092208CAA5}" v="305" dt="2023-04-09T18:31:54.163"/>
    <p1510:client id="{CBCACFB1-4E8F-4D9D-965F-D1EB6F4DE8A3}" v="16" dt="2023-04-09T16:55:31.6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9T18:24:44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20537 1690 16383 0 0,'0'7'0'0'0,"0"11"0"0"0,0 10 0 0 0,0 7 0 0 0,0 6 0 0 0,0 3 0 0 0,8-5 0 0 0,9-2 0 0 0,3 0 0 0 0,6 2 0 0 0,-3 2 0 0 0,4-7 0 0 0,4 0 0 0 0,4 1 0 0 0,-3 2 0 0 0,-7 2 0 0 0,-1-4 0 0 0,-4-2 0 0 0,3 2 0 0 0,4 2 0 0 0,-2 3 0 0 0,2 2 0 0 0,5 2 0 0 0,-4 1 0 0 0,2-8 0 0 0,2-9 0 0 0,5-2 0 0 0,3-6 0 0 0,2-6 0 0 0,2 2 0 0 0,1-1 0 0 0,1-4 0 0 0,-1-3 0 0 0,1-3 0 0 0,0 5 0 0 0,-1 0 0 0 0,0 0 0 0 0,1-3 0 0 0,-1 6 0 0 0,0 0 0 0 0,7-2 0 0 0,3 5 0 0 0,0-1 0 0 0,-2-2 0 0 0,-2 4 0 0 0,-3-1 0 0 0,-1-3 0 0 0,-1-4 0 0 0,-1-3 0 0 0,0-3 0 0 0,-1-2 0 0 0,1-1 0 0 0,-1-1 0 0 0,1 1 0 0 0,0-1 0 0 0,0 0 0 0 0,0 1 0 0 0,0 0 0 0 0,0-1 0 0 0,0 1 0 0 0,8 0 0 0 0,2 0 0 0 0,0 0 0 0 0,-2 1 0 0 0,-3-1 0 0 0,-1 0 0 0 0,-2 0 0 0 0,6-8 0 0 0,2-2 0 0 0,7-8 0 0 0,9-7 0 0 0,-1-1 0 0 0,11-2 0 0 0,-1-6 0 0 0,-6 5 0 0 0,-8 6 0 0 0,-15 0 0 0 0,-9 3 0 0 0,-11-2 0 0 0,-4-5 0 0 0,2 2 0 0 0,-5-2 0 0 0,-5-5 0 0 0,0 4 0 0 0,-2-2 0 0 0,-4-3 0 0 0,3-3 0 0 0,-1-4 0 0 0,-3-2 0 0 0,4 5 0 0 0,0 2 0 0 0,4-1 0 0 0,-1-1 0 0 0,-4-4 0 0 0,-4-1 0 0 0,3-1 0 0 0,0-2 0 0 0,-3 0 0 0 0,-3 0 0 0 0,-3-1 0 0 0,-10 1 0 0 0,-12-1 0 0 0,-3 1 0 0 0,-6 8 0 0 0,-5 2 0 0 0,-7 7 0 0 0,-3 9 0 0 0,-3-1 0 0 0,7-4 0 0 0,1 2 0 0 0,7-3 0 0 0,1 3 0 0 0,-3 4 0 0 0,-3-1 0 0 0,-4-6 0 0 0,-3 2 0 0 0,-10-3 0 0 0,-4-5 0 0 0,8-5 0 0 0,3-3 0 0 0,3 4 0 0 0,-1 8 0 0 0,8 2 0 0 0,2 4 0 0 0,-2 6 0 0 0,-2 6 0 0 0,5-4 0 0 0,-1 1 0 0 0,-9 2 0 0 0,-6 3 0 0 0,-2 3 0 0 0,-1 2 0 0 0,1 1 0 0 0,0 1 0 0 0,2 0 0 0 0,1 1 0 0 0,8-8 0 0 0,3-3 0 0 0,0 0 0 0 0,-2 3 0 0 0,-3 1 0 0 0,-1 3 0 0 0,-2 1 0 0 0,-1 1 0 0 0,-1 1 0 0 0,-1 1 0 0 0,1-1 0 0 0,-1 0 0 0 0,1 1 0 0 0,0-1 0 0 0,0 0 0 0 0,-1 0 0 0 0,-6 0 0 0 0,-4 0 0 0 0,2 0 0 0 0,-7 0 0 0 0,-7 0 0 0 0,-1 0 0 0 0,-3 0 0 0 0,3 8 0 0 0,5 2 0 0 0,6 0 0 0 0,-2 5 0 0 0,1 1 0 0 0,-5 5 0 0 0,2-1 0 0 0,2-4 0 0 0,-2 3 0 0 0,8 5 0 0 0,6 0 0 0 0,3-5 0 0 0,10 2 0 0 0,3-2 0 0 0,-1-5 0 0 0,-2 3 0 0 0,-3 7 0 0 0,-3 6 0 0 0,-2-2 0 0 0,6 3 0 0 0,3-5 0 0 0,6 1 0 0 0,0-4 0 0 0,5 2 0 0 0,7-3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9T18:24:44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20321 6844 16383 0 0,'-8'0'0'0'0,"-10"0"0"0"0,-9 0 0 0 0,-8 0 0 0 0,-6 0 0 0 0,-4 0 0 0 0,-1 0 0 0 0,-1 0 0 0 0,0 0 0 0 0,0 0 0 0 0,1 0 0 0 0,0-8 0 0 0,1-2 0 0 0,0 0 0 0 0,-1 2 0 0 0,1 3 0 0 0,1 1 0 0 0,-1 2 0 0 0,-8-6 0 0 0,-2-2 0 0 0,0 0 0 0 0,2 3 0 0 0,3 2 0 0 0,9-6 0 0 0,4-1 0 0 0,1 2 0 0 0,-1 2 0 0 0,-2 3 0 0 0,-2 2 0 0 0,-10 1 0 0 0,-3 2 0 0 0,-1 0 0 0 0,-5-7 0 0 0,-1-3 0 0 0,2 1 0 0 0,4-6 0 0 0,3 0 0 0 0,4 1 0 0 0,1 5 0 0 0,2 3 0 0 0,-8 2 0 0 0,-1 3 0 0 0,0 0 0 0 0,2-6 0 0 0,-6-3 0 0 0,-8 1 0 0 0,-1 2 0 0 0,4-6 0 0 0,4 0 0 0 0,-2 2 0 0 0,1 2 0 0 0,3 4 0 0 0,4-6 0 0 0,3-1 0 0 0,2 2 0 0 0,2 3 0 0 0,1 2 0 0 0,1 2 0 0 0,-1 1 0 0 0,1 2 0 0 0,-1 0 0 0 0,-7 1 0 0 0,-3-1 0 0 0,0 1 0 0 0,3-1 0 0 0,1 0 0 0 0,2 0 0 0 0,3 0 0 0 0,0 0 0 0 0,1 0 0 0 0,0 0 0 0 0,0 0 0 0 0,1 0 0 0 0,-1 0 0 0 0,0 0 0 0 0,-7 0 0 0 0,-3 0 0 0 0,0 0 0 0 0,2 0 0 0 0,2 0 0 0 0,3 0 0 0 0,1 0 0 0 0,1 0 0 0 0,-6 0 0 0 0,-3 0 0 0 0,0 0 0 0 0,3 0 0 0 0,2 0 0 0 0,1 0 0 0 0,3 0 0 0 0,0 0 0 0 0,-7 0 0 0 0,-2 0 0 0 0,1 0 0 0 0,2 0 0 0 0,1 0 0 0 0,3 0 0 0 0,1 0 0 0 0,2 0 0 0 0,0 0 0 0 0,0 0 0 0 0,-7 0 0 0 0,-3 0 0 0 0,0 0 0 0 0,-5 0 0 0 0,-1 0 0 0 0,-4 0 0 0 0,0 0 0 0 0,4 0 0 0 0,4 0 0 0 0,5 0 0 0 0,3 0 0 0 0,3 0 0 0 0,1 0 0 0 0,0 0 0 0 0,1 0 0 0 0,0 0 0 0 0,0 0 0 0 0,-1 0 0 0 0,1 0 0 0 0,-1 0 0 0 0,0 0 0 0 0,0 0 0 0 0,0 0 0 0 0,0 0 0 0 0,0 0 0 0 0,-1 0 0 0 0,1 0 0 0 0,0 0 0 0 0,0 0 0 0 0,0 0 0 0 0,0 0 0 0 0,0 0 0 0 0,0 0 0 0 0,0 0 0 0 0,0 0 0 0 0,0 0 0 0 0,-8 0 0 0 0,-2 0 0 0 0,-7 0 0 0 0,-9 0 0 0 0,1 0 0 0 0,3 0 0 0 0,0 0 0 0 0,2 0 0 0 0,5 0 0 0 0,4 0 0 0 0,-2 0 0 0 0,0 0 0 0 0,-5 0 0 0 0,0 0 0 0 0,4 0 0 0 0,3 0 0 0 0,5 0 0 0 0,2 0 0 0 0,3 0 0 0 0,1 0 0 0 0,0 0 0 0 0,1 0 0 0 0,-8 8 0 0 0,-3 2 0 0 0,1 0 0 0 0,1 5 0 0 0,11 9 0 0 0,3 7 0 0 0,2 6 0 0 0,-1 12 0 0 0,6 6 0 0 0,9 8 0 0 0,0 2 0 0 0,4 4 0 0 0,6-1 0 0 0,4-5 0 0 0,-3-5 0 0 0,0-5 0 0 0,2-4 0 0 0,3-3 0 0 0,2-1 0 0 0,3 7 0 0 0,1 2 0 0 0,9 0 0 0 0,2-2 0 0 0,8-2 0 0 0,8-2 0 0 0,8-1 0 0 0,-3-1 0 0 0,10-1 0 0 0,-3-1 0 0 0,0-7 0 0 0,-7-2 0 0 0,0 0 0 0 0,2 2 0 0 0,2-5 0 0 0,-4-1 0 0 0,1-5 0 0 0,1 0 0 0 0,4 4 0 0 0,3 4 0 0 0,2-4 0 0 0,2-6 0 0 0,1-1 0 0 0,0-3 0 0 0,8-6 0 0 0,3 3 0 0 0,-1-1 0 0 0,-1-4 0 0 0,-3 3 0 0 0,-3 0 0 0 0,7-2 0 0 0,1-5 0 0 0,-2-2 0 0 0,-1-3 0 0 0,-3-2 0 0 0,-2-1 0 0 0,6-1 0 0 0,2 1 0 0 0,6-1 0 0 0,1 0 0 0 0,4 1 0 0 0,-8 7 0 0 0,-7 3 0 0 0,-5 0 0 0 0,-3-2 0 0 0,-1-2 0 0 0,8 5 0 0 0,2 1 0 0 0,8-2 0 0 0,9-2 0 0 0,0 5 0 0 0,-4 8 0 0 0,2 0 0 0 0,-4-3 0 0 0,-3-5 0 0 0,-6-4 0 0 0,-4-4 0 0 0,-3 4 0 0 0,-2 2 0 0 0,-2-2 0 0 0,0 6 0 0 0,0 0 0 0 0,1-3 0 0 0,7-3 0 0 0,10-3 0 0 0,3-3 0 0 0,-3-1 0 0 0,-4-2 0 0 0,-3 7 0 0 0,-5 3 0 0 0,-2 6 0 0 0,-3 2 0 0 0,0-3 0 0 0,-1-4 0 0 0,1-4 0 0 0,-1-3 0 0 0,0 6 0 0 0,1 0 0 0 0,0 0 0 0 0,0-3 0 0 0,0-2 0 0 0,0 5 0 0 0,15 2 0 0 0,13 5 0 0 0,17 1 0 0 0,9-3 0 0 0,2-4 0 0 0,0-4 0 0 0,-10-3 0 0 0,2-3 0 0 0,2 0 0 0 0,-1-2 0 0 0,-9 0 0 0 0,-10 1 0 0 0,-12-1 0 0 0,0 1 0 0 0,-3-1 0 0 0,-5 1 0 0 0,-3 0 0 0 0,-4 0 0 0 0,-1 0 0 0 0,-2 0 0 0 0,14 0 0 0 0,14 0 0 0 0,1 0 0 0 0,3 0 0 0 0,-3 0 0 0 0,0 0 0 0 0,-4 0 0 0 0,-6 0 0 0 0,-7 0 0 0 0,-13-8 0 0 0,2-9 0 0 0,8-3 0 0 0,2 2 0 0 0,7 5 0 0 0,1 4 0 0 0,-3 3 0 0 0,-4 4 0 0 0,-5 1 0 0 0,-2-6 0 0 0,-4-3 0 0 0,0-6 0 0 0,6-1 0 0 0,10 2 0 0 0,10-4 0 0 0,0 2 0 0 0,-4-4 0 0 0,-7 1 0 0 0,-5 4 0 0 0,-5 5 0 0 0,-11-3 0 0 0,-5 0 0 0 0,0-4 0 0 0,1-8 0 0 0,2 1 0 0 0,3 5 0 0 0,1-2 0 0 0,2 3 0 0 0,1 4 0 0 0,0-2 0 0 0,-7-7 0 0 0,-3 2 0 0 0,1-4 0 0 0,1 3 0 0 0,-5-3 0 0 0,0 4 0 0 0,1-3 0 0 0,4-4 0 0 0,2-5 0 0 0,3 3 0 0 0,-6-1 0 0 0,-1 5 0 0 0,-7 0 0 0 0,7-3 0 0 0,13-5 0 0 0,-2-4 0 0 0,0 5 0 0 0,-1 1 0 0 0,-1-2 0 0 0,1-3 0 0 0,-9-2 0 0 0,-1-3 0 0 0,0 0 0 0 0,-6-2 0 0 0,1 7 0 0 0,-6 3 0 0 0,1-1 0 0 0,-4-2 0 0 0,-5-1 0 0 0,-5-3 0 0 0,-5-2 0 0 0,-4 0 0 0 0,-1-1 0 0 0,-2 0 0 0 0,0-1 0 0 0,0 1 0 0 0,0-1 0 0 0,1 1 0 0 0,-1 0 0 0 0,-7 8 0 0 0,-2 2 0 0 0,0 7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9T18:24:46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7454 3871 16383 0 0,'8'0'0'0'0,"17"0"0"0"0,13 0 0 0 0,7 0 0 0 0,4 0 0 0 0,1 0 0 0 0,0 0 0 0 0,-2 0 0 0 0,8 0 0 0 0,1 0 0 0 0,-2 0 0 0 0,-1 0 0 0 0,-4 0 0 0 0,-2 0 0 0 0,-1 0 0 0 0,-1 0 0 0 0,-1 0 0 0 0,-1 0 0 0 0,1 0 0 0 0,-1 0 0 0 0,1 0 0 0 0,0 0 0 0 0,0 0 0 0 0,0 0 0 0 0,0 0 0 0 0,0 0 0 0 0,0 0 0 0 0,0 0 0 0 0,0 0 0 0 0,0 0 0 0 0,0 0 0 0 0,0 0 0 0 0,0 0 0 0 0,0 0 0 0 0,0 0 0 0 0,0 0 0 0 0,0 8 0 0 0,0 2 0 0 0,0 0 0 0 0,0-3 0 0 0,0-1 0 0 0,0-3 0 0 0,-7 7 0 0 0,-3 1 0 0 0,0-1 0 0 0,2-3 0 0 0,3-2 0 0 0,1-2 0 0 0,2-1 0 0 0,2-2 0 0 0,0 8 0 0 0,0 1 0 0 0,0 1 0 0 0,1-3 0 0 0,-1-2 0 0 0,1-1 0 0 0,-1-3 0 0 0,0 0 0 0 0,0-1 0 0 0,0 0 0 0 0,0-1 0 0 0,0 1 0 0 0,0-1 0 0 0,0 1 0 0 0,0 0 0 0 0,0 0 0 0 0,0 0 0 0 0,0 0 0 0 0,0 0 0 0 0,0 0 0 0 0,0 0 0 0 0,0 0 0 0 0,0 0 0 0 0,-7-8 0 0 0,-3-2 0 0 0,0 1 0 0 0,2-7 0 0 0,10-7 0 0 0,5-1 0 0 0,1 5 0 0 0,-9-3 0 0 0,-3 3 0 0 0,-10-3 0 0 0,-9-6 0 0 0,-1 2 0 0 0,-5-2 0 0 0,-4-4 0 0 0,3-4 0 0 0,-1-4 0 0 0,-2-3 0 0 0,3-1 0 0 0,0-1 0 0 0,-2-1 0 0 0,-5 0 0 0 0,-2 0 0 0 0,-3 0 0 0 0,-10 9 0 0 0,-3 2 0 0 0,-7 7 0 0 0,-10 8 0 0 0,1 1 0 0 0,-3 3 0 0 0,-5 4 0 0 0,-3-4 0 0 0,-4 2 0 0 0,-2 2 0 0 0,-2-4 0 0 0,0 1 0 0 0,-1 3 0 0 0,0 3 0 0 0,0-4 0 0 0,1 0 0 0 0,7-6 0 0 0,-5 1 0 0 0,-2-4 0 0 0,-2 1 0 0 0,-1 4 0 0 0,1 6 0 0 0,-7-4 0 0 0,-10-6 0 0 0,-2 0 0 0 0,3 3 0 0 0,-3-2 0 0 0,2 2 0 0 0,4 3 0 0 0,12-2 0 0 0,7 1 0 0 0,3 4 0 0 0,7-5 0 0 0,2 2 0 0 0,-2 2 0 0 0,-3 4 0 0 0,-4 4 0 0 0,-3 2 0 0 0,-10 2 0 0 0,-4 1 0 0 0,0 0 0 0 0,-6 1 0 0 0,0 0 0 0 0,2-1 0 0 0,4 1 0 0 0,3-1 0 0 0,4 0 0 0 0,1 0 0 0 0,2 0 0 0 0,0 0 0 0 0,1 0 0 0 0,-1 0 0 0 0,1 0 0 0 0,-1 0 0 0 0,0 0 0 0 0,1 0 0 0 0,-1 0 0 0 0,0 0 0 0 0,-8 0 0 0 0,-2 0 0 0 0,0 0 0 0 0,2 0 0 0 0,2 0 0 0 0,3 0 0 0 0,1 0 0 0 0,1 0 0 0 0,1 0 0 0 0,0 0 0 0 0,1 0 0 0 0,-1 0 0 0 0,1 0 0 0 0,-1 0 0 0 0,0 0 0 0 0,0 0 0 0 0,0 0 0 0 0,0 0 0 0 0,0 0 0 0 0,0 0 0 0 0,0 0 0 0 0,0 0 0 0 0,0 0 0 0 0,0 0 0 0 0,0 0 0 0 0,0 0 0 0 0,0 0 0 0 0,-1 0 0 0 0,1 0 0 0 0,0 0 0 0 0,8 8 0 0 0,2 2 0 0 0,0 0 0 0 0,-2 5 0 0 0,5 8 0 0 0,8 9 0 0 0,8 5 0 0 0,8 4 0 0 0,3 4 0 0 0,5 1 0 0 0,0 0 0 0 0,2 9 0 0 0,-1 1 0 0 0,1 0 0 0 0,-1-3 0 0 0,0-2 0 0 0,-1-2 0 0 0,0-2 0 0 0,0-2 0 0 0,0 0 0 0 0,0 0 0 0 0,8-8 0 0 0,9-10 0 0 0,11-3 0 0 0,7-4 0 0 0,6 1 0 0 0,4-2 0 0 0,1 3 0 0 0,1-3 0 0 0,0-4 0 0 0,-8-4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9T18:24:47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18289 10821 16383 0 0,'-8'0'0'0'0,"-10"0"0"0"0,-9 0 0 0 0,-9 0 0 0 0,-5 0 0 0 0,-3 0 0 0 0,-2 0 0 0 0,-9 8 0 0 0,-2 2 0 0 0,0 0 0 0 0,3-2 0 0 0,3-3 0 0 0,2-1 0 0 0,2-2 0 0 0,1-2 0 0 0,1 8 0 0 0,0 10 0 0 0,1 1 0 0 0,-1 6 0 0 0,1 6 0 0 0,-1 5 0 0 0,8 5 0 0 0,2-6 0 0 0,0 0 0 0 0,5 2 0 0 0,9 1 0 0 0,7 3 0 0 0,6 1 0 0 0,4 2 0 0 0,4 1 0 0 0,1 0 0 0 0,0 0 0 0 0,1 1 0 0 0,-1-1 0 0 0,0 0 0 0 0,-8 1 0 0 0,-3-1 0 0 0,0 0 0 0 0,3 0 0 0 0,-7-8 0 0 0,1-2 0 0 0,1 0 0 0 0,3 3 0 0 0,4 1 0 0 0,9 3 0 0 0,5 1 0 0 0,8-6 0 0 0,17-3 0 0 0,10-6 0 0 0,5-8 0 0 0,-6 0 0 0 0,-2-3 0 0 0,-1 3 0 0 0,1-2 0 0 0,1-4 0 0 0,1-4 0 0 0,1 3 0 0 0,0 0 0 0 0,1-2 0 0 0,0 4 0 0 0,0 0 0 0 0,0-2 0 0 0,1-4 0 0 0,-1-4 0 0 0,0-2 0 0 0,0-1 0 0 0,0-2 0 0 0,0-1 0 0 0,0 1 0 0 0,0-1 0 0 0,0 0 0 0 0,0 1 0 0 0,0 0 0 0 0,0 0 0 0 0,0 0 0 0 0,0 0 0 0 0,0 0 0 0 0,0 0 0 0 0,0 0 0 0 0,0 0 0 0 0,0 0 0 0 0,1 0 0 0 0,-9 7 0 0 0,-2 4 0 0 0,0-2 0 0 0,2-1 0 0 0,3 5 0 0 0,1 1 0 0 0,3-3 0 0 0,0-2 0 0 0,1-3 0 0 0,0-3 0 0 0,1-2 0 0 0,-1-1 0 0 0,1 0 0 0 0,-1 0 0 0 0,0-1 0 0 0,0 0 0 0 0,0 1 0 0 0,0 0 0 0 0,0 0 0 0 0,0 0 0 0 0,-7-8 0 0 0,-4-2 0 0 0,2 0 0 0 0,-7-5 0 0 0,1-1 0 0 0,1-5 0 0 0,12-6 0 0 0,6-7 0 0 0,3 3 0 0 0,-1-2 0 0 0,-1-2 0 0 0,-8-3 0 0 0,-13-2 0 0 0,-2-3 0 0 0,-7-9 0 0 0,-6-4 0 0 0,-6 1 0 0 0,-3-6 0 0 0,-4 0 0 0 0,-2 2 0 0 0,0-4 0 0 0,0 2 0 0 0,0 2 0 0 0,-8 5 0 0 0,-1 3 0 0 0,-1 3 0 0 0,3 2 0 0 0,3-7 0 0 0,-6 6 0 0 0,-1 3 0 0 0,-6 10 0 0 0,0 2 0 0 0,-5 6 0 0 0,-6 9 0 0 0,-5 6 0 0 0,-5-2 0 0 0,-4-7 0 0 0,-1 1 0 0 0,-2 2 0 0 0,0 6 0 0 0,-1 3 0 0 0,1 4 0 0 0,1 2 0 0 0,-1 2 0 0 0,1 0 0 0 0,0 1 0 0 0,0 0 0 0 0,0 0 0 0 0,0-1 0 0 0,0 0 0 0 0,0 1 0 0 0,0-1 0 0 0,0 0 0 0 0,0 0 0 0 0,0-8 0 0 0,-1-2 0 0 0,1 0 0 0 0,0-5 0 0 0,0-1 0 0 0,0 3 0 0 0,0 3 0 0 0,0 4 0 0 0,0 2 0 0 0,0 3 0 0 0,0-7 0 0 0,0-2 0 0 0,0 1 0 0 0,0 2 0 0 0,0 2 0 0 0,0 2 0 0 0,8 1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9T18:24:47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8582 6863 16383 0 0,'8'0'0'0'0,"9"-7"0"0"0,11-4 0 0 0,7 2 0 0 0,6 1 0 0 0,4 2 0 0 0,1 3 0 0 0,1 1 0 0 0,0 1 0 0 0,0 1 0 0 0,-1 1 0 0 0,0-1 0 0 0,-1 0 0 0 0,0 1 0 0 0,0-1 0 0 0,0 0 0 0 0,0 0 0 0 0,0 0 0 0 0,0 0 0 0 0,0 0 0 0 0,0 0 0 0 0,0 0 0 0 0,0 8 0 0 0,0 2 0 0 0,0 0 0 0 0,8-2 0 0 0,2-3 0 0 0,0-1 0 0 0,-2-3 0 0 0,-2 0 0 0 0,-3-1 0 0 0,-1 0 0 0 0,-1-1 0 0 0,-9 9 0 0 0,-2 2 0 0 0,0 7 0 0 0,1 0 0 0 0,3-1 0 0 0,3-5 0 0 0,1-4 0 0 0,1-2 0 0 0,1-4 0 0 0,0 0 0 0 0,1-9 0 0 0,-1-3 0 0 0,1-7 0 0 0,-9-9 0 0 0,-9-6 0 0 0,-11-6 0 0 0,-7-4 0 0 0,-6-3 0 0 0,-3 0 0 0 0,-3-1 0 0 0,1 1 0 0 0,-1 0 0 0 0,8 0 0 0 0,3 0 0 0 0,-1 1 0 0 0,0 0 0 0 0,-3-8 0 0 0,-1-2 0 0 0,-2 0 0 0 0,-9 3 0 0 0,-11 9 0 0 0,-10 12 0 0 0,-8 12 0 0 0,-5 1 0 0 0,-4 3 0 0 0,-1 5 0 0 0,-1 4 0 0 0,0 3 0 0 0,0 2 0 0 0,1 1 0 0 0,0 1 0 0 0,0-1 0 0 0,1 1 0 0 0,0 0 0 0 0,8 7 0 0 0,2 2 0 0 0,0 0 0 0 0,-2-2 0 0 0,-3-2 0 0 0,-1-3 0 0 0,-2-1 0 0 0,-2-1 0 0 0,-7 6 0 0 0,-4 3 0 0 0,1-1 0 0 0,2-1 0 0 0,2-3 0 0 0,2 6 0 0 0,2 1 0 0 0,1-2 0 0 0,9 6 0 0 0,2-1 0 0 0,0-2 0 0 0,-2-4 0 0 0,-2 5 0 0 0,-2-1 0 0 0,-2-2 0 0 0,-1-3 0 0 0,-1-3 0 0 0,-1-2 0 0 0,1-2 0 0 0,-1-1 0 0 0,9 8 0 0 0,2 1 0 0 0,-1 0 0 0 0,-1-1 0 0 0,-3-3 0 0 0,-1 6 0 0 0,5 8 0 0 0,2 10 0 0 0,6 6 0 0 0,1 6 0 0 0,5 3 0 0 0,5 2 0 0 0,7 0 0 0 0,12-7 0 0 0,6-2 0 0 0,9-9 0 0 0,1-7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9T18:24:47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11042 3610 16383 0 0,'0'-8'0'0'0,"-8"-2"0"0"0,-10-7 0 0 0,-9-1 0 0 0,-9 3 0 0 0,-5 3 0 0 0,-3 5 0 0 0,-2 3 0 0 0,-1 2 0 0 0,0-6 0 0 0,0-2 0 0 0,1 1 0 0 0,0 2 0 0 0,-7 2 0 0 0,-3 2 0 0 0,2 2 0 0 0,1-7 0 0 0,2-3 0 0 0,3 2 0 0 0,1 2 0 0 0,1 1 0 0 0,1 3 0 0 0,1 2 0 0 0,-1 0 0 0 0,0 1 0 0 0,1 0 0 0 0,-1 1 0 0 0,0-1 0 0 0,0 1 0 0 0,0-1 0 0 0,0 0 0 0 0,0 0 0 0 0,0 0 0 0 0,0 0 0 0 0,0 0 0 0 0,0 0 0 0 0,0 0 0 0 0,0 0 0 0 0,0 0 0 0 0,0 0 0 0 0,0 0 0 0 0,0 0 0 0 0,0 0 0 0 0,-1 0 0 0 0,1 0 0 0 0,0 0 0 0 0,0 0 0 0 0,0 0 0 0 0,0 0 0 0 0,0 0 0 0 0,0 0 0 0 0,0 0 0 0 0,0 0 0 0 0,0 0 0 0 0,0 0 0 0 0,0 0 0 0 0,0 0 0 0 0,0 0 0 0 0,0 0 0 0 0,0 0 0 0 0,0 0 0 0 0,0 0 0 0 0,0 0 0 0 0,0 0 0 0 0,0 0 0 0 0,0 0 0 0 0,0 0 0 0 0,0 0 0 0 0,0 0 0 0 0,-8 0 0 0 0,-2 0 0 0 0,0 0 0 0 0,2 0 0 0 0,2 0 0 0 0,11-8 0 0 0,3-2 0 0 0,1 0 0 0 0,-9 3 0 0 0,-4 1 0 0 0,5 10 0 0 0,12 12 0 0 0,10 11 0 0 0,9 8 0 0 0,7 7 0 0 0,4 3 0 0 0,11 1 0 0 0,10 2 0 0 0,3-1 0 0 0,-2 0 0 0 0,2-1 0 0 0,-2 0 0 0 0,4-8 0 0 0,-3-3 0 0 0,2-8 0 0 0,6-7 0 0 0,5-1 0 0 0,5 5 0 0 0,3-2 0 0 0,2-5 0 0 0,1-4 0 0 0,-6 2 0 0 0,-3-1 0 0 0,0-3 0 0 0,2-4 0 0 0,2-2 0 0 0,2-2 0 0 0,1-3 0 0 0,1 8 0 0 0,1 2 0 0 0,1-1 0 0 0,-1-2 0 0 0,0-2 0 0 0,1-2 0 0 0,-1-1 0 0 0,0-2 0 0 0,0 8 0 0 0,0 2 0 0 0,0-1 0 0 0,0-1 0 0 0,0-3 0 0 0,-7 6 0 0 0,-3 1 0 0 0,0-2 0 0 0,2-2 0 0 0,3-3 0 0 0,1-2 0 0 0,2-1 0 0 0,2-2 0 0 0,0 0 0 0 0,0-1 0 0 0,1 1 0 0 0,-1-1 0 0 0,0 1 0 0 0,1 0 0 0 0,-1 0 0 0 0,0 0 0 0 0,0 0 0 0 0,0 0 0 0 0,0 0 0 0 0,0 0 0 0 0,0 0 0 0 0,0 0 0 0 0,0 0 0 0 0,0 0 0 0 0,0 0 0 0 0,0 0 0 0 0,0 0 0 0 0,0 0 0 0 0,0 0 0 0 0,0 0 0 0 0,0 0 0 0 0,1 0 0 0 0,-1 0 0 0 0,0 0 0 0 0,0 0 0 0 0,0 0 0 0 0,0 0 0 0 0,7-8 0 0 0,4-10 0 0 0,-2-2 0 0 0,-1 3 0 0 0,5-4 0 0 0,-6-6 0 0 0,-6 2 0 0 0,-2 4 0 0 0,-1 7 0 0 0,-8-2 0 0 0,-3 1 0 0 0,2 4 0 0 0,2-5 0 0 0,3 2 0 0 0,2-6 0 0 0,-5-7 0 0 0,-10-6 0 0 0,-8-5 0 0 0,-8-4 0 0 0,-5-2 0 0 0,-12-2 0 0 0,-12 7 0 0 0,-2 11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9T18:24:47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20479 7693 16383 0 0,'0'7'0'0'0,"0"11"0"0"0,0 10 0 0 0,0 7 0 0 0,0 6 0 0 0,0 3 0 0 0,0 3 0 0 0,0 0 0 0 0,7 0 0 0 0,4-1 0 0 0,-2 1 0 0 0,7-2 0 0 0,0 1 0 0 0,4-1 0 0 0,0 0 0 0 0,4 0 0 0 0,-3 8 0 0 0,-4 2 0 0 0,2 7 0 0 0,6-7 0 0 0,-1-4 0 0 0,-6-5 0 0 0,3-9 0 0 0,-2-3 0 0 0,-5-1 0 0 0,3-5 0 0 0,6 1 0 0 0,7-6 0 0 0,7-6 0 0 0,-5 2 0 0 0,2-3 0 0 0,2-4 0 0 0,2-3 0 0 0,3-5 0 0 0,2-1 0 0 0,1-3 0 0 0,1 0 0 0 0,0-1 0 0 0,1 0 0 0 0,-1 1 0 0 0,1-1 0 0 0,-1 1 0 0 0,0 0 0 0 0,0-1 0 0 0,0 1 0 0 0,0 0 0 0 0,0 0 0 0 0,0 0 0 0 0,0 1 0 0 0,0-1 0 0 0,0 0 0 0 0,-7 7 0 0 0,-3 3 0 0 0,0 0 0 0 0,2-2 0 0 0,3-3 0 0 0,1-1 0 0 0,2-2 0 0 0,2-1 0 0 0,0-1 0 0 0,0-1 0 0 0,1 1 0 0 0,7 7 0 0 0,2 3 0 0 0,0-1 0 0 0,14-1 0 0 0,9-3 0 0 0,8-1 0 0 0,-3 5 0 0 0,-1 2 0 0 0,1 7 0 0 0,-6-1 0 0 0,-8-2 0 0 0,-8-4 0 0 0,-8-4 0 0 0,-4-3 0 0 0,5-2 0 0 0,-7 6 0 0 0,-5 2 0 0 0,0-1 0 0 0,-1-2 0 0 0,1-2 0 0 0,1-2 0 0 0,8-2 0 0 0,3 0 0 0 0,1-9 0 0 0,-2-3 0 0 0,-3 1 0 0 0,-1-6 0 0 0,-10-7 0 0 0,-3-1 0 0 0,-1-3 0 0 0,2-5 0 0 0,-5-5 0 0 0,-9-3 0 0 0,8-3 0 0 0,-2-2 0 0 0,-6 0 0 0 0,-6-1 0 0 0,-7 0 0 0 0,-5 0 0 0 0,-3 0 0 0 0,-1 1 0 0 0,-10 0 0 0 0,-3-1 0 0 0,-6 1 0 0 0,-1 0 0 0 0,-5 8 0 0 0,-6 10 0 0 0,3 2 0 0 0,-3 5 0 0 0,-3 6 0 0 0,4-2 0 0 0,-1 1 0 0 0,5-3 0 0 0,-9-8 0 0 0,-6-6 0 0 0,-5-6 0 0 0,-1-4 0 0 0,-1 6 0 0 0,0 0 0 0 0,0 7 0 0 0,1 9 0 0 0,0 7 0 0 0,0 6 0 0 0,1 4 0 0 0,0 3 0 0 0,0 1 0 0 0,0 0 0 0 0,8-7 0 0 0,2-3 0 0 0,0 0 0 0 0,-2 2 0 0 0,-3 2 0 0 0,-1 2 0 0 0,-3 1 0 0 0,0-7 0 0 0,-1-1 0 0 0,0 1 0 0 0,-1 1 0 0 0,1 3 0 0 0,-1-6 0 0 0,1-1 0 0 0,-8 2 0 0 0,-2 2 0 0 0,0 3 0 0 0,2 2 0 0 0,3 2 0 0 0,1-7 0 0 0,2-2 0 0 0,2 0 0 0 0,0 3 0 0 0,-8 2 0 0 0,-2 2 0 0 0,1 1 0 0 0,2 2 0 0 0,1-8 0 0 0,3-2 0 0 0,1 1 0 0 0,1 2 0 0 0,1-6 0 0 0,1-1 0 0 0,-1 3 0 0 0,0 2 0 0 0,1 4 0 0 0,-1 2 0 0 0,0 1 0 0 0,0 2 0 0 0,0 0 0 0 0,0 1 0 0 0,0-1 0 0 0,0 1 0 0 0,0-1 0 0 0,-8 0 0 0 0,-2 8 0 0 0,0 2 0 0 0,2 0 0 0 0,3-2 0 0 0,1-2 0 0 0,2-3 0 0 0,1-1 0 0 0,1 6 0 0 0,1 2 0 0 0,-1 0 0 0 0,0-3 0 0 0,8-2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9T18:24:47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11605 2677 16383 0 0,'-8'-8'0'0'0,"-10"-2"0"0"0,-9 0 0 0 0,-9 2 0 0 0,-5 3 0 0 0,-3 1 0 0 0,-2 2 0 0 0,-1 2 0 0 0,0 0 0 0 0,0 0 0 0 0,1 0 0 0 0,0 1 0 0 0,1-9 0 0 0,-1-1 0 0 0,9-9 0 0 0,2 0 0 0 0,0 3 0 0 0,-2 4 0 0 0,-3 3 0 0 0,-1 4 0 0 0,-2 2 0 0 0,-2 2 0 0 0,0 0 0 0 0,0 1 0 0 0,-8 0 0 0 0,-3-1 0 0 0,-6 1 0 0 0,-2-1 0 0 0,4 1 0 0 0,3-1 0 0 0,5 0 0 0 0,3 0 0 0 0,2 0 0 0 0,1 0 0 0 0,2 0 0 0 0,-1-1 0 0 0,9 9 0 0 0,2 2 0 0 0,-9 8 0 0 0,-4 0 0 0 0,-2-3 0 0 0,0 4 0 0 0,0-2 0 0 0,1-3 0 0 0,9 4 0 0 0,3-2 0 0 0,0 4 0 0 0,7 7 0 0 0,-1-2 0 0 0,6 4 0 0 0,-1-5 0 0 0,-3 2 0 0 0,-6-3 0 0 0,4 2 0 0 0,-1-4 0 0 0,5 3 0 0 0,6 5 0 0 0,8 5 0 0 0,5 12 0 0 0,3 6 0 0 0,4 2 0 0 0,1-1 0 0 0,0-2 0 0 0,0-1 0 0 0,0-3 0 0 0,0 0 0 0 0,7-2 0 0 0,11 1 0 0 0,8-9 0 0 0,9-11 0 0 0,-3-1 0 0 0,1-5 0 0 0,3 1 0 0 0,2-2 0 0 0,2-5 0 0 0,2 3 0 0 0,2-2 0 0 0,0-3 0 0 0,0-3 0 0 0,1 4 0 0 0,-1 0 0 0 0,1-3 0 0 0,-9 6 0 0 0,-2-1 0 0 0,1 5 0 0 0,9-1 0 0 0,4-4 0 0 0,3 4 0 0 0,-1-2 0 0 0,-2-4 0 0 0,0-3 0 0 0,-2-5 0 0 0,-1-2 0 0 0,0-2 0 0 0,-1-1 0 0 0,0-1 0 0 0,-1 1 0 0 0,1-1 0 0 0,0 0 0 0 0,0 1 0 0 0,0 0 0 0 0,0-1 0 0 0,0 1 0 0 0,0 0 0 0 0,0 0 0 0 0,0 0 0 0 0,0 0 0 0 0,8 1 0 0 0,2-1 0 0 0,0 0 0 0 0,-3 0 0 0 0,-1 0 0 0 0,-2-8 0 0 0,-3-2 0 0 0,0 0 0 0 0,-1 2 0 0 0,0 3 0 0 0,0 1 0 0 0,-1 2 0 0 0,1 2 0 0 0,0 0 0 0 0,0-8 0 0 0,0-2 0 0 0,0 1 0 0 0,0 2 0 0 0,0 1 0 0 0,0 3 0 0 0,0 1 0 0 0,0 2 0 0 0,0 0 0 0 0,0 0 0 0 0,-8-7 0 0 0,-2-3 0 0 0,0 0 0 0 0,3 3 0 0 0,1 1 0 0 0,3 3 0 0 0,1 1 0 0 0,1 2 0 0 0,1 0 0 0 0,1 0 0 0 0,-1 0 0 0 0,0 1 0 0 0,1-1 0 0 0,-1 0 0 0 0,0 0 0 0 0,0-7 0 0 0,0-3 0 0 0,8 0 0 0 0,-5-6 0 0 0,-4 1 0 0 0,-8-6 0 0 0,-11-7 0 0 0,-18-6 0 0 0,-16 3 0 0 0,-8-1 0 0 0,-9 5 0 0 0,1-1 0 0 0,4-3 0 0 0,6-4 0 0 0,6-4 0 0 0,3-3 0 0 0,4-1 0 0 0,2-2 0 0 0,1-1 0 0 0,-8 0 0 0 0,-10 1 0 0 0,-9 7 0 0 0,-2 2 0 0 0,-2 8 0 0 0,-4 9 0 0 0,-12-1 0 0 0,2-4 0 0 0,1 2 0 0 0,0 5 0 0 0,-1 5 0 0 0,1-3 0 0 0,-2 1 0 0 0,1 3 0 0 0,-1 3 0 0 0,0-5 0 0 0,0 1 0 0 0,0 1 0 0 0,0 3 0 0 0,0 3 0 0 0,0 3 0 0 0,0-7 0 0 0,-1-2 0 0 0,1-6 0 0 0,0 0 0 0 0,0 2 0 0 0,0 4 0 0 0,0-3 0 0 0,0-1 0 0 0,8 4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9T18:24:47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21023 7011 16383 0 0,'-7'0'0'0'0,"-11"0"0"0"0,-10 0 0 0 0,-7 0 0 0 0,-6 0 0 0 0,-3 0 0 0 0,-3 0 0 0 0,0 0 0 0 0,0 0 0 0 0,1 0 0 0 0,-1 0 0 0 0,2 0 0 0 0,-9 0 0 0 0,-1 0 0 0 0,0 0 0 0 0,2 0 0 0 0,3 8 0 0 0,2 2 0 0 0,1 0 0 0 0,1-2 0 0 0,1 5 0 0 0,0 1 0 0 0,8 5 0 0 0,3 0 0 0 0,-1-4 0 0 0,-2-4 0 0 0,-2 4 0 0 0,-3-2 0 0 0,7 6 0 0 0,1 0 0 0 0,-2-5 0 0 0,6 4 0 0 0,1 7 0 0 0,-4-2 0 0 0,5 4 0 0 0,-1-4 0 0 0,-3 3 0 0 0,-11 4 0 0 0,-6-2 0 0 0,-3 0 0 0 0,0-3 0 0 0,9 1 0 0 0,5-4 0 0 0,7 3 0 0 0,3 4 0 0 0,-3 5 0 0 0,5 4 0 0 0,7 3 0 0 0,6 3 0 0 0,5 1 0 0 0,5 1 0 0 0,2 0 0 0 0,1 0 0 0 0,2 0 0 0 0,-1 0 0 0 0,0-1 0 0 0,0 0 0 0 0,0 0 0 0 0,7-7 0 0 0,2-4 0 0 0,0 2 0 0 0,-3 1 0 0 0,7-5 0 0 0,-1-1 0 0 0,6 2 0 0 0,0 4 0 0 0,4-5 0 0 0,6-1 0 0 0,5-4 0 0 0,5-8 0 0 0,4 1 0 0 0,1-3 0 0 0,2-5 0 0 0,0-4 0 0 0,1 5 0 0 0,-1-1 0 0 0,-1 6 0 0 0,8-1 0 0 0,3-2 0 0 0,-1 3 0 0 0,-2-1 0 0 0,-3-4 0 0 0,6-4 0 0 0,1-3 0 0 0,-1-3 0 0 0,-3-2 0 0 0,-3-1 0 0 0,-2 0 0 0 0,-2-1 0 0 0,7 0 0 0 0,10 8 0 0 0,9 3 0 0 0,0 7 0 0 0,-4 1 0 0 0,1-3 0 0 0,5-4 0 0 0,4-3 0 0 0,-2-4 0 0 0,-8-2 0 0 0,-7-2 0 0 0,-6 0 0 0 0,-5-1 0 0 0,-3 1 0 0 0,-3-1 0 0 0,0 0 0 0 0,0 1 0 0 0,7 0 0 0 0,3-8 0 0 0,0-2 0 0 0,-1 0 0 0 0,-3 2 0 0 0,-1 3 0 0 0,-3-6 0 0 0,0-1 0 0 0,-1 1 0 0 0,0-4 0 0 0,0-8 0 0 0,-1-8 0 0 0,1-6 0 0 0,0-4 0 0 0,0-3 0 0 0,0-2 0 0 0,-8 0 0 0 0,-2-1 0 0 0,0 1 0 0 0,3 0 0 0 0,-7 0 0 0 0,-7 1 0 0 0,-8-1 0 0 0,-7 1 0 0 0,2 0 0 0 0,1 0 0 0 0,-3 0 0 0 0,-3 0 0 0 0,-2 0 0 0 0,-10 0 0 0 0,-11 8 0 0 0,-10 2 0 0 0,-9 8 0 0 0,-6 7 0 0 0,5 1 0 0 0,1 2 0 0 0,-2-2 0 0 0,-1 1 0 0 0,-2-4 0 0 0,-2 2 0 0 0,6-3 0 0 0,3 2 0 0 0,-2 5 0 0 0,-1-3 0 0 0,5-6 0 0 0,0 2 0 0 0,-2 4 0 0 0,-2-1 0 0 0,-4 1 0 0 0,-2-2 0 0 0,-1 1 0 0 0,-2-3 0 0 0,-1-5 0 0 0,1 1 0 0 0,-1 7 0 0 0,8-2 0 0 0,3 3 0 0 0,0-3 0 0 0,-3 2 0 0 0,-1 5 0 0 0,-3 5 0 0 0,-1-4 0 0 0,6-7 0 0 0,2 0 0 0 0,0-4 0 0 0,-3 2 0 0 0,-2 5 0 0 0,-2 6 0 0 0,7-3 0 0 0,0 1 0 0 0,8 3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9T18:24:47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22635 4584 16383 0 0,'-7'-7'0'0'0,"-11"-4"0"0"0,-10 2 0 0 0,-7-7 0 0 0,-6 1 0 0 0,4-6 0 0 0,1-7 0 0 0,-1 2 0 0 0,-2 5 0 0 0,-3-2 0 0 0,0 4 0 0 0,-2 4 0 0 0,-1-2 0 0 0,0 1 0 0 0,-1 4 0 0 0,1 3 0 0 0,0 4 0 0 0,-1 3 0 0 0,1 1 0 0 0,0 1 0 0 0,0 0 0 0 0,0 1 0 0 0,0 0 0 0 0,0-1 0 0 0,0 1 0 0 0,0-1 0 0 0,0 0 0 0 0,0 8 0 0 0,0 10 0 0 0,0 9 0 0 0,7 9 0 0 0,11 5 0 0 0,9 3 0 0 0,9 2 0 0 0,5 1 0 0 0,3 0 0 0 0,2 0 0 0 0,1-1 0 0 0,8-8 0 0 0,2-3 0 0 0,6-7 0 0 0,1-1 0 0 0,-3 3 0 0 0,-5 4 0 0 0,-3 3 0 0 0,4-4 0 0 0,-1 0 0 0 0,0 2 0 0 0,-4 3 0 0 0,5 2 0 0 0,1 2 0 0 0,6-5 0 0 0,7-3 0 0 0,-1 2 0 0 0,3-6 0 0 0,-3 0 0 0 0,1-6 0 0 0,5-6 0 0 0,4-6 0 0 0,4-6 0 0 0,-4 4 0 0 0,-2 1 0 0 0,3-2 0 0 0,2-3 0 0 0,2-2 0 0 0,3-1 0 0 0,0-2 0 0 0,2-1 0 0 0,0 0 0 0 0,1-8 0 0 0,-1-3 0 0 0,1 1 0 0 0,-1-6 0 0 0,-7-7 0 0 0,4-1 0 0 0,-4-3 0 0 0,-1 3 0 0 0,-7-3 0 0 0,-1-3 0 0 0,2-6 0 0 0,-3-3 0 0 0,0-3 0 0 0,-4-2 0 0 0,1 6 0 0 0,-3 3 0 0 0,1 6 0 0 0,-2 1 0 0 0,3 6 0 0 0,4 5 0 0 0,-1-1 0 0 0,-7-5 0 0 0,-13-7 0 0 0,-17 2 0 0 0,-13 6 0 0 0,-11-1 0 0 0,-7-5 0 0 0,4-4 0 0 0,7-6 0 0 0,9-3 0 0 0,9-2 0 0 0,-2-2 0 0 0,1 7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9T18:24:47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22284 6681 16383 0 0,'-8'0'0'0'0,"-10"0"0"0"0,-9 0 0 0 0,-8 0 0 0 0,-6 0 0 0 0,-4 0 0 0 0,-1 0 0 0 0,-1 0 0 0 0,0 0 0 0 0,0 0 0 0 0,1 0 0 0 0,0 0 0 0 0,1 0 0 0 0,-8 0 0 0 0,-2 0 0 0 0,0 0 0 0 0,2 0 0 0 0,3 0 0 0 0,1 0 0 0 0,2 0 0 0 0,2 0 0 0 0,0 0 0 0 0,0 0 0 0 0,0 0 0 0 0,1 0 0 0 0,-1 0 0 0 0,0 0 0 0 0,0 0 0 0 0,-7 0 0 0 0,-11 0 0 0 0,-2 0 0 0 0,-5 0 0 0 0,1 0 0 0 0,-2 0 0 0 0,2 0 0 0 0,6 0 0 0 0,6 0 0 0 0,5 0 0 0 0,4 0 0 0 0,-6 0 0 0 0,-9 0 0 0 0,0 0 0 0 0,-7 0 0 0 0,3 0 0 0 0,-4 0 0 0 0,3 0 0 0 0,-2 0 0 0 0,3 0 0 0 0,-2 0 0 0 0,2 0 0 0 0,6 0 0 0 0,-3 0 0 0 0,2 0 0 0 0,5 7 0 0 0,3 3 0 0 0,4 0 0 0 0,2-2 0 0 0,2-3 0 0 0,1-1 0 0 0,1 5 0 0 0,-8 2 0 0 0,-2-1 0 0 0,0-2 0 0 0,-7-3 0 0 0,1-2 0 0 0,9 6 0 0 0,7 2 0 0 0,2-2 0 0 0,2-1 0 0 0,-1-3 0 0 0,-1-2 0 0 0,-1 6 0 0 0,-1 9 0 0 0,0 2 0 0 0,-1 5 0 0 0,8 6 0 0 0,9 5 0 0 0,3 4 0 0 0,5 3 0 0 0,6 10 0 0 0,6 3 0 0 0,-5 8 0 0 0,2 0 0 0 0,1-3 0 0 0,3 4 0 0 0,3-2 0 0 0,1-4 0 0 0,2-4 0 0 0,1-4 0 0 0,1-3 0 0 0,-1 5 0 0 0,1 3 0 0 0,-1-2 0 0 0,1-2 0 0 0,-1 5 0 0 0,0 1 0 0 0,0-2 0 0 0,0-2 0 0 0,0-4 0 0 0,0-2 0 0 0,7-1 0 0 0,4-2 0 0 0,-2 0 0 0 0,-1-1 0 0 0,5-7 0 0 0,1-3 0 0 0,-2 1 0 0 0,-4 2 0 0 0,5 3 0 0 0,1 1 0 0 0,-3 2 0 0 0,-3 2 0 0 0,5 7 0 0 0,0 4 0 0 0,-2 14 0 0 0,5-3 0 0 0,-1-7 0 0 0,5-13 0 0 0,7-7 0 0 0,7-3 0 0 0,-4 1 0 0 0,10-7 0 0 0,13-1 0 0 0,-3 3 0 0 0,-10 2 0 0 0,-3 4 0 0 0,-1-5 0 0 0,8-1 0 0 0,13-6 0 0 0,4-7 0 0 0,-1-8 0 0 0,-2-5 0 0 0,-4-4 0 0 0,-4-3 0 0 0,-2-1 0 0 0,-2 0 0 0 0,7 0 0 0 0,2-1 0 0 0,-1 1 0 0 0,-2 1 0 0 0,6 0 0 0 0,0-1 0 0 0,-2 1 0 0 0,-2 0 0 0 0,-4 1 0 0 0,6-1 0 0 0,1 0 0 0 0,6 0 0 0 0,-1 0 0 0 0,-2 0 0 0 0,-4 0 0 0 0,3 0 0 0 0,0 0 0 0 0,-2 0 0 0 0,-4 0 0 0 0,-3 0 0 0 0,5 0 0 0 0,2 0 0 0 0,-2 0 0 0 0,-3-8 0 0 0,6-2 0 0 0,0 0 0 0 0,-2 2 0 0 0,5 3 0 0 0,7 1 0 0 0,8-5 0 0 0,5-2 0 0 0,-2 1 0 0 0,0-5 0 0 0,-6 0 0 0 0,1 2 0 0 0,-6 4 0 0 0,-5 3 0 0 0,0 2 0 0 0,6-5 0 0 0,-1-1 0 0 0,2 0 0 0 0,-2 3 0 0 0,2 2 0 0 0,-2 2 0 0 0,-7 2 0 0 0,3-7 0 0 0,6-2 0 0 0,-2 0 0 0 0,3-5 0 0 0,5 0 0 0 0,-3 2 0 0 0,1 4 0 0 0,-3 3 0 0 0,0 2 0 0 0,-3 3 0 0 0,-7 0 0 0 0,-4 2 0 0 0,1-1 0 0 0,1 1 0 0 0,-4 0 0 0 0,5-1 0 0 0,0 0 0 0 0,4-7 0 0 0,0-3 0 0 0,-3 0 0 0 0,-6 2 0 0 0,-3 3 0 0 0,5 1 0 0 0,-8-5 0 0 0,-5-2 0 0 0,-1 1 0 0 0,-1 2 0 0 0,0 3 0 0 0,0-5 0 0 0,2-2 0 0 0,0 2 0 0 0,0 2 0 0 0,1-5 0 0 0,8-8 0 0 0,2 0 0 0 0,0 3 0 0 0,-2 5 0 0 0,-2-3 0 0 0,5 1 0 0 0,1-12 0 0 0,-1-10 0 0 0,-3 3 0 0 0,-3-2 0 0 0,-2 6 0 0 0,-2-7 0 0 0,7-6 0 0 0,2-2 0 0 0,7-10 0 0 0,9-10 0 0 0,-9-2 0 0 0,-14-4 0 0 0,-16 1 0 0 0,-12-10 0 0 0,-11-6 0 0 0,-6 3 0 0 0,-4 0 0 0 0,-9 0 0 0 0,-11-2 0 0 0,-10-2 0 0 0,-6 7 0 0 0,-13-7 0 0 0,-6 5 0 0 0,0 8 0 0 0,1 16 0 0 0,3 11 0 0 0,2 6 0 0 0,-6 2 0 0 0,-8 0 0 0 0,-2 6 0 0 0,4 10 0 0 0,-4 7 0 0 0,3 0 0 0 0,3-5 0 0 0,5 1 0 0 0,4 3 0 0 0,3 5 0 0 0,-6 5 0 0 0,-1 3 0 0 0,1 3 0 0 0,2 1 0 0 0,2 0 0 0 0,-5 1 0 0 0,-2 0 0 0 0,2 0 0 0 0,2-1 0 0 0,3 1 0 0 0,2-1 0 0 0,1 0 0 0 0,2 0 0 0 0,0 0 0 0 0,0 0 0 0 0,-7 0 0 0 0,-3 0 0 0 0,1 0 0 0 0,1-8 0 0 0,3-2 0 0 0,2 0 0 0 0,1 2 0 0 0,1 3 0 0 0,1 1 0 0 0,0 3 0 0 0,0 0 0 0 0,1 1 0 0 0,-1 0 0 0 0,0 1 0 0 0,0-1 0 0 0,0 0 0 0 0,0 1 0 0 0,0-9 0 0 0,0-2 0 0 0,0-7 0 0 0,0-1 0 0 0,0 2 0 0 0,0 5 0 0 0,8-4 0 0 0,2 1 0 0 0,0-6 0 0 0,-3-6 0 0 0,-1 1 0 0 0,5-3 0 0 0,1 4 0 0 0,-2 5 0 0 0,-2-1 0 0 0,-3 2 0 0 0,-2 5 0 0 0,-1 4 0 0 0,-2-4 0 0 0,0 0 0 0 0,7 3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9T18:24:47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16988 3452 16383 0 0,'0'-7'0'0'0,"-8"-3"0"0"0,-10-8 0 0 0,-9-7 0 0 0,-9-1 0 0 0,-5-3 0 0 0,-3 4 0 0 0,5-2 0 0 0,2 4 0 0 0,0-3 0 0 0,6-3 0 0 0,0 2 0 0 0,6-1 0 0 0,0 4 0 0 0,3-2 0 0 0,-1 4 0 0 0,-5-3 0 0 0,2-4 0 0 0,-2 3 0 0 0,4-2 0 0 0,-2 4 0 0 0,4-2 0 0 0,-2 4 0 0 0,-5 5 0 0 0,2-2 0 0 0,-1-5 0 0 0,-4 1 0 0 0,4-3 0 0 0,-2 3 0 0 0,-2 6 0 0 0,-5-3 0 0 0,-2 3 0 0 0,-4 3 0 0 0,7-2 0 0 0,1 0 0 0 0,-1 4 0 0 0,-2 4 0 0 0,6-5 0 0 0,0 0 0 0 0,6-6 0 0 0,-1 1 0 0 0,-3 4 0 0 0,-4 3 0 0 0,-4 4 0 0 0,-3-4 0 0 0,-3-1 0 0 0,0 3 0 0 0,-2 1 0 0 0,0-4 0 0 0,0-1 0 0 0,1 2 0 0 0,-1 3 0 0 0,1 3 0 0 0,-1 2 0 0 0,1 1 0 0 0,0 2 0 0 0,0 0 0 0 0,0 1 0 0 0,0 0 0 0 0,0-1 0 0 0,0 0 0 0 0,0 1 0 0 0,0-1 0 0 0,0 0 0 0 0,0 0 0 0 0,0 0 0 0 0,0 0 0 0 0,0 0 0 0 0,0 0 0 0 0,0 0 0 0 0,0 0 0 0 0,-8 0 0 0 0,-2 0 0 0 0,0 0 0 0 0,2 0 0 0 0,3 0 0 0 0,1 0 0 0 0,2 0 0 0 0,2 0 0 0 0,0 0 0 0 0,0 0 0 0 0,0 0 0 0 0,-7 0 0 0 0,-3 0 0 0 0,1 0 0 0 0,1 0 0 0 0,-5 0 0 0 0,-1 0 0 0 0,3 0 0 0 0,2 0 0 0 0,3 0 0 0 0,3 0 0 0 0,9 7 0 0 0,4 4 0 0 0,0-2 0 0 0,-1-1 0 0 0,-3 5 0 0 0,-2 1 0 0 0,-2-3 0 0 0,-1-2 0 0 0,6 4 0 0 0,3 1 0 0 0,0-3 0 0 0,-3-3 0 0 0,-2-3 0 0 0,6 6 0 0 0,1 0 0 0 0,6 7 0 0 0,0-1 0 0 0,-3-2 0 0 0,-5-4 0 0 0,-3 3 0 0 0,-3 0 0 0 0,-2-2 0 0 0,-2-4 0 0 0,7 5 0 0 0,3-1 0 0 0,-2-1 0 0 0,0-3 0 0 0,-3-3 0 0 0,-2 6 0 0 0,-2 8 0 0 0,0 1 0 0 0,-1-3 0 0 0,0 4 0 0 0,-1-3 0 0 0,1-3 0 0 0,7 3 0 0 0,3-2 0 0 0,0-3 0 0 0,5 3 0 0 0,1 7 0 0 0,-3 0 0 0 0,-4 3 0 0 0,-2-2 0 0 0,4 1 0 0 0,0-2 0 0 0,7 2 0 0 0,0 4 0 0 0,-4 5 0 0 0,4 5 0 0 0,7 3 0 0 0,6 2 0 0 0,6 1 0 0 0,4 1 0 0 0,3 0 0 0 0,2 0 0 0 0,0-1 0 0 0,0 1 0 0 0,8-1 0 0 0,10 0 0 0 0,1 1 0 0 0,6-1 0 0 0,5 0 0 0 0,6-8 0 0 0,4-2 0 0 0,2-8 0 0 0,2-7 0 0 0,-7-1 0 0 0,-2-2 0 0 0,1 2 0 0 0,1-1 0 0 0,2-4 0 0 0,2-4 0 0 0,1-4 0 0 0,2-3 0 0 0,0-2 0 0 0,0-1 0 0 0,8-1 0 0 0,10 8 0 0 0,3 2 0 0 0,-4 0 0 0 0,-3 6 0 0 0,3 1 0 0 0,-2-3 0 0 0,5-4 0 0 0,-1-2 0 0 0,11-4 0 0 0,9 6 0 0 0,12 2 0 0 0,-1-2 0 0 0,-11-2 0 0 0,-3-2 0 0 0,-8-2 0 0 0,-9 6 0 0 0,0 2 0 0 0,-3-2 0 0 0,-4-1 0 0 0,-5-3 0 0 0,-3-2 0 0 0,-2-1 0 0 0,6-2 0 0 0,10 0 0 0 0,1 0 0 0 0,-3-1 0 0 0,12 1 0 0 0,1-1 0 0 0,-4 1 0 0 0,-7 0 0 0 0,1 0 0 0 0,-2 0 0 0 0,-4 0 0 0 0,-5 0 0 0 0,-3 0 0 0 0,-2 0 0 0 0,5 0 0 0 0,2 0 0 0 0,-1 0 0 0 0,-2 0 0 0 0,-2 0 0 0 0,-2 0 0 0 0,-2 0 0 0 0,7 0 0 0 0,2-8 0 0 0,0-2 0 0 0,-3 1 0 0 0,6 1 0 0 0,0 2 0 0 0,-1 3 0 0 0,-4 1 0 0 0,-2 1 0 0 0,-3 1 0 0 0,-2-7 0 0 0,0-3 0 0 0,-1 1 0 0 0,7 1 0 0 0,2 3 0 0 0,1 2 0 0 0,-3-7 0 0 0,-2-8 0 0 0,-1-2 0 0 0,-2 2 0 0 0,-2 6 0 0 0,-7-5 0 0 0,-4 2 0 0 0,1 3 0 0 0,2-4 0 0 0,2-7 0 0 0,2 0 0 0 0,3-3 0 0 0,0 3 0 0 0,1 4 0 0 0,0-1 0 0 0,1 3 0 0 0,-1 3 0 0 0,-7-2 0 0 0,-3 0 0 0 0,0 4 0 0 0,3 3 0 0 0,1 4 0 0 0,-5-5 0 0 0,-1-1 0 0 0,2-7 0 0 0,-6-7 0 0 0,-7-7 0 0 0,-7-6 0 0 0,-7-5 0 0 0,-4-1 0 0 0,-4-2 0 0 0,7 7 0 0 0,2 10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13850 3875 16383 0 0,'-7'0'0'0'0,"-11"0"0"0"0,-10-8 0 0 0,-7-2 0 0 0,-6 1 0 0 0,-3-7 0 0 0,-3 0 0 0 0,0-5 0 0 0,0 2 0 0 0,1 3 0 0 0,-1 4 0 0 0,2 5 0 0 0,-1-4 0 0 0,1-1 0 0 0,7-5 0 0 0,4-1 0 0 0,-2 4 0 0 0,-8-4 0 0 0,-6 1 0 0 0,-1 4 0 0 0,0 3 0 0 0,-7-3 0 0 0,0 0 0 0 0,1 2 0 0 0,3-12 0 0 0,3-3 0 0 0,-5 4 0 0 0,-1-2 0 0 0,1 2 0 0 0,4 6 0 0 0,2-2 0 0 0,2 1 0 0 0,1 4 0 0 0,2 5 0 0 0,0 2 0 0 0,1-4 0 0 0,-8-1 0 0 0,-3 2 0 0 0,0 2 0 0 0,3 2 0 0 0,1 2 0 0 0,3 2 0 0 0,1 0 0 0 0,1 2 0 0 0,1-1 0 0 0,0 1 0 0 0,1-1 0 0 0,-1 0 0 0 0,0 1 0 0 0,1-1 0 0 0,-1 0 0 0 0,0 0 0 0 0,0 0 0 0 0,0 0 0 0 0,0 0 0 0 0,0 0 0 0 0,0 0 0 0 0,0 0 0 0 0,0 0 0 0 0,7 7 0 0 0,3 3 0 0 0,0 0 0 0 0,-2-2 0 0 0,-3-2 0 0 0,-9 5 0 0 0,-12 1 0 0 0,-18-2 0 0 0,-4-2 0 0 0,-3 5 0 0 0,5 0 0 0 0,10-2 0 0 0,8-3 0 0 0,8-2 0 0 0,5-3 0 0 0,11 6 0 0 0,5 1 0 0 0,-7 0 0 0 0,-5-3 0 0 0,-1-2 0 0 0,-1-2 0 0 0,0-2 0 0 0,0 7 0 0 0,2 3 0 0 0,0-2 0 0 0,0-2 0 0 0,1-2 0 0 0,0-1 0 0 0,-8-3 0 0 0,-10 0 0 0 0,-1-1 0 0 0,1 7 0 0 0,5 3 0 0 0,4-1 0 0 0,4-1 0 0 0,2-3 0 0 0,2-2 0 0 0,1-1 0 0 0,1-1 0 0 0,0-1 0 0 0,-8-1 0 0 0,-3 1 0 0 0,1 0 0 0 0,1-1 0 0 0,3 1 0 0 0,1 0 0 0 0,3 0 0 0 0,0 0 0 0 0,1 0 0 0 0,0 0 0 0 0,0 0 0 0 0,1 0 0 0 0,-1 0 0 0 0,-7 0 0 0 0,-4 0 0 0 0,2 0 0 0 0,1 0 0 0 0,2 0 0 0 0,3 0 0 0 0,1 0 0 0 0,1 8 0 0 0,1 2 0 0 0,0-1 0 0 0,1-1 0 0 0,-8 5 0 0 0,-3 9 0 0 0,0 0 0 0 0,2-4 0 0 0,3-5 0 0 0,1 4 0 0 0,3-2 0 0 0,0-4 0 0 0,1-2 0 0 0,0 3 0 0 0,0 1 0 0 0,1-2 0 0 0,-1-4 0 0 0,8 6 0 0 0,2 8 0 0 0,8 7 0 0 0,7 8 0 0 0,16 5 0 0 0,16 2 0 0 0,5 3 0 0 0,9 1 0 0 0,-2-1 0 0 0,4-7 0 0 0,-3-3 0 0 0,2 0 0 0 0,4-6 0 0 0,-4 0 0 0 0,2 1 0 0 0,3-3 0 0 0,-3 1 0 0 0,0-5 0 0 0,4-6 0 0 0,3 1 0 0 0,4-2 0 0 0,2-5 0 0 0,2-3 0 0 0,1-5 0 0 0,1-1 0 0 0,-1 5 0 0 0,1 2 0 0 0,0-1 0 0 0,-1-2 0 0 0,0-2 0 0 0,0-2 0 0 0,1-2 0 0 0,-1 0 0 0 0,0-2 0 0 0,0 1 0 0 0,0 0 0 0 0,0-1 0 0 0,0 1 0 0 0,0 0 0 0 0,0 0 0 0 0,0 0 0 0 0,0 0 0 0 0,0 0 0 0 0,0 0 0 0 0,0 0 0 0 0,0 0 0 0 0,0 0 0 0 0,0 0 0 0 0,0 0 0 0 0,0 0 0 0 0,0 0 0 0 0,0 0 0 0 0,0 0 0 0 0,0 0 0 0 0,0 0 0 0 0,0 0 0 0 0,0-8 0 0 0,8-2 0 0 0,2 0 0 0 0,0 2 0 0 0,-2 3 0 0 0,-3 1 0 0 0,-1 2 0 0 0,-2 2 0 0 0,-1 0 0 0 0,-1 0 0 0 0,-1 0 0 0 0,9-7 0 0 0,1-3 0 0 0,1 1 0 0 0,-3 1 0 0 0,-1 3 0 0 0,-3 1 0 0 0,-1 2 0 0 0,-1 2 0 0 0,-1 0 0 0 0,0 0 0 0 0,-1 0 0 0 0,1 1 0 0 0,7-1 0 0 0,3 0 0 0 0,0 0 0 0 0,-2 1 0 0 0,-3-1 0 0 0,-1 0 0 0 0,-2 7 0 0 0,-2 3 0 0 0,0 0 0 0 0,23 6 0 0 0,15-1 0 0 0,16-2 0 0 0,7-3 0 0 0,1 4 0 0 0,-3 0 0 0 0,-11-3 0 0 0,-14 5 0 0 0,-13-1 0 0 0,-10-2 0 0 0,-6-4 0 0 0,-5-4 0 0 0,-2-2 0 0 0,0-1 0 0 0,7-2 0 0 0,3-1 0 0 0,8 1 0 0 0,16 7 0 0 0,3 2 0 0 0,-4 1 0 0 0,-8-3 0 0 0,-8-1 0 0 0,-6-3 0 0 0,-4-1 0 0 0,-4-1 0 0 0,-2-1 0 0 0,0-1 0 0 0,-1 1 0 0 0,1-1 0 0 0,0 1 0 0 0,0 0 0 0 0,9 0 0 0 0,2 0 0 0 0,7 0 0 0 0,1 0 0 0 0,-2 0 0 0 0,-5 0 0 0 0,-4 0 0 0 0,-2 0 0 0 0,-3 0 0 0 0,6 0 0 0 0,9 0 0 0 0,2-8 0 0 0,-2-2 0 0 0,-4-8 0 0 0,-12-7 0 0 0,-14-8 0 0 0,-12-6 0 0 0,-10-4 0 0 0,-6-2 0 0 0,-4-1 0 0 0,-2-1 0 0 0,-1 0 0 0 0,1 1 0 0 0,7 0 0 0 0,4 1 0 0 0,7-1 0 0 0,10 1 0 0 0,-1 0 0 0 0,4 0 0 0 0,-4 0 0 0 0,-5 0 0 0 0,-7 8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21004 5504 16383 0 0,'7'0'0'0'0,"11"0"0"0"0,10 0 0 0 0,7 0 0 0 0,6 0 0 0 0,3 0 0 0 0,3 0 0 0 0,7-8 0 0 0,3-2 0 0 0,0 0 0 0 0,-3-5 0 0 0,-3-1 0 0 0,-2-5 0 0 0,-2-6 0 0 0,-9-7 0 0 0,-3 3 0 0 0,-8-2 0 0 0,0 6 0 0 0,2-1 0 0 0,5-3 0 0 0,-5-4 0 0 0,2-4 0 0 0,2-2 0 0 0,4 5 0 0 0,-5-7 0 0 0,0 5 0 0 0,-5 1 0 0 0,0-2 0 0 0,-4-1 0 0 0,-7-1 0 0 0,-5-2 0 0 0,-5-1 0 0 0,-4-1 0 0 0,-1 0 0 0 0,-2 0 0 0 0,0-1 0 0 0,-8 8 0 0 0,-10 3 0 0 0,-9 8 0 0 0,-8 7 0 0 0,-5 1 0 0 0,-4-6 0 0 0,-1 3 0 0 0,-1 5 0 0 0,0-3 0 0 0,1 3 0 0 0,-1 3 0 0 0,2 5 0 0 0,-1 3 0 0 0,1 4 0 0 0,0 1 0 0 0,0 1 0 0 0,0 1 0 0 0,0 0 0 0 0,0 0 0 0 0,8 7 0 0 0,2 10 0 0 0,0 2 0 0 0,-3 6 0 0 0,-1-3 0 0 0,-3-4 0 0 0,7 2 0 0 0,1-3 0 0 0,6 3 0 0 0,1 7 0 0 0,4 5 0 0 0,-1 5 0 0 0,4 3 0 0 0,4 4 0 0 0,6 0 0 0 0,4 1 0 0 0,3 0 0 0 0,3 0 0 0 0,-7-8 0 0 0,-3-2 0 0 0,2 0 0 0 0,1 1 0 0 0,2 2 0 0 0,2 3 0 0 0,1 1 0 0 0,2 1 0 0 0,0 1 0 0 0,0 1 0 0 0,8-9 0 0 0,10-9 0 0 0,10-10 0 0 0,0-8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20090 5681 16383 0 0,'-8'0'0'0'0,"-2"-7"0"0"0,-7-3 0 0 0,-9 0 0 0 0,-7 2 0 0 0,-6 3 0 0 0,-4 1 0 0 0,-2 2 0 0 0,-1 2 0 0 0,-1-1 0 0 0,1 2 0 0 0,-1-1 0 0 0,1 1 0 0 0,-7-1 0 0 0,-2 0 0 0 0,0 0 0 0 0,2 0 0 0 0,3 1 0 0 0,1-1 0 0 0,2 0 0 0 0,2-1 0 0 0,0 1 0 0 0,-8 0 0 0 0,-9 0 0 0 0,-3 0 0 0 0,3 0 0 0 0,-11 0 0 0 0,-2 0 0 0 0,-10 0 0 0 0,2 0 0 0 0,6 8 0 0 0,2 2 0 0 0,6 8 0 0 0,-1 0 0 0 0,4 5 0 0 0,6-2 0 0 0,-3 4 0 0 0,2-3 0 0 0,4-5 0 0 0,-4 3 0 0 0,-7 12 0 0 0,0 2 0 0 0,5-6 0 0 0,5-7 0 0 0,12 0 0 0 0,-1-3 0 0 0,0 3 0 0 0,0 5 0 0 0,-15-1 0 0 0,3 2 0 0 0,-4 5 0 0 0,-6 4 0 0 0,-7 4 0 0 0,2-5 0 0 0,-2-1 0 0 0,4 1 0 0 0,0 3 0 0 0,11 3 0 0 0,9-7 0 0 0,6 0 0 0 0,2-7 0 0 0,2 1 0 0 0,-1-6 0 0 0,1-5 0 0 0,6 1 0 0 0,10 5 0 0 0,10 7 0 0 0,6 14 0 0 0,6 6 0 0 0,4 11 0 0 0,8 2 0 0 0,4 6 0 0 0,0-2 0 0 0,-3 4 0 0 0,-2-2 0 0 0,-3-7 0 0 0,-2-4 0 0 0,-1-6 0 0 0,-1-4 0 0 0,0-2 0 0 0,0-1 0 0 0,-1-1 0 0 0,1 0 0 0 0,-1 0 0 0 0,1 0 0 0 0,0 1 0 0 0,0 0 0 0 0,0 0 0 0 0,8-8 0 0 0,2-2 0 0 0,0 0 0 0 0,-3 2 0 0 0,-1 3 0 0 0,-3 1 0 0 0,-1 3 0 0 0,7 0 0 0 0,1 1 0 0 0,-1 0 0 0 0,6 1 0 0 0,1-1 0 0 0,4-7 0 0 0,0-3 0 0 0,-4 1 0 0 0,3 9 0 0 0,5-3 0 0 0,0-1 0 0 0,3 0 0 0 0,-4 1 0 0 0,3-7 0 0 0,4-1 0 0 0,5-7 0 0 0,4-8 0 0 0,-5 0 0 0 0,0-2 0 0 0,2-5 0 0 0,2-4 0 0 0,2-4 0 0 0,2-2 0 0 0,2-1 0 0 0,1-2 0 0 0,0 0 0 0 0,1 1 0 0 0,-1-1 0 0 0,1 0 0 0 0,-1 1 0 0 0,0 0 0 0 0,1 0 0 0 0,-1 0 0 0 0,0 0 0 0 0,0 0 0 0 0,0 0 0 0 0,0 0 0 0 0,7 0 0 0 0,4 0 0 0 0,-2 0 0 0 0,-1 0 0 0 0,-2 0 0 0 0,-3 0 0 0 0,-1 0 0 0 0,7 0 0 0 0,1 0 0 0 0,-1 0 0 0 0,6 0 0 0 0,1 0 0 0 0,4 0 0 0 0,0 0 0 0 0,-4 0 0 0 0,-5 0 0 0 0,-4 0 0 0 0,-3 0 0 0 0,-3 0 0 0 0,7 0 0 0 0,2 0 0 0 0,6 0 0 0 0,1 0 0 0 0,-2 0 0 0 0,-4 0 0 0 0,-4 0 0 0 0,-3 0 0 0 0,-2 0 0 0 0,-2 0 0 0 0,0 0 0 0 0,-1 0 0 0 0,1 0 0 0 0,-1 0 0 0 0,8-8 0 0 0,11-10 0 0 0,2-2 0 0 0,-11-5 0 0 0,2-6 0 0 0,-1 2 0 0 0,-3 6 0 0 0,-10 0 0 0 0,-4 3 0 0 0,6 5 0 0 0,4 5 0 0 0,-6-3 0 0 0,-4 1 0 0 0,1 1 0 0 0,0-4 0 0 0,2-7 0 0 0,2 0 0 0 0,0 3 0 0 0,2-2 0 0 0,0 2 0 0 0,-8-3 0 0 0,-2 2 0 0 0,1-3 0 0 0,1 2 0 0 0,3 5 0 0 0,2 5 0 0 0,1 4 0 0 0,1-4 0 0 0,1 0 0 0 0,1 2 0 0 0,-1-6 0 0 0,0 0 0 0 0,-7-5 0 0 0,-3 1 0 0 0,1 4 0 0 0,1-4 0 0 0,3-6 0 0 0,1 2 0 0 0,-5-4 0 0 0,-2-4 0 0 0,-7-5 0 0 0,1 4 0 0 0,-6-1 0 0 0,-5-2 0 0 0,-7-2 0 0 0,-4-4 0 0 0,-4-1 0 0 0,-2-2 0 0 0,0-1 0 0 0,-2-1 0 0 0,1-7 0 0 0,0-3 0 0 0,1 1 0 0 0,-1 2 0 0 0,1 2 0 0 0,0 3 0 0 0,0 1 0 0 0,0 1 0 0 0,-8 1 0 0 0,-10-7 0 0 0,-2-19 0 0 0,3-3 0 0 0,-4 2 0 0 0,2 6 0 0 0,-4 6 0 0 0,2 7 0 0 0,5 3 0 0 0,5-4 0 0 0,5-1 0 0 0,-5 1 0 0 0,0 3 0 0 0,1 1 0 0 0,-5 3 0 0 0,1 1 0 0 0,-6-7 0 0 0,0-2 0 0 0,-3-7 0 0 0,-6-1 0 0 0,-5 3 0 0 0,-5 12 0 0 0,-3 13 0 0 0,-3 14 0 0 0,-1 9 0 0 0,0 8 0 0 0,0 4 0 0 0,0 1 0 0 0,0 2 0 0 0,1 0 0 0 0,0-1 0 0 0,-1-1 0 0 0,1 0 0 0 0,0 0 0 0 0,0-1 0 0 0,0 0 0 0 0,0 0 0 0 0,0 0 0 0 0,0 0 0 0 0,0 0 0 0 0,0 0 0 0 0,0 0 0 0 0,0 0 0 0 0,0 0 0 0 0,0 0 0 0 0,0 0 0 0 0,0 0 0 0 0,0 0 0 0 0,8-8 0 0 0,2-2 0 0 0,7-8 0 0 0,1 0 0 0 0,5 3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19473 7137 16383 0 0,'0'8'0'0'0,"0"9"0"0"0,0 11 0 0 0,0 7 0 0 0,0 6 0 0 0,8-4 0 0 0,2-1 0 0 0,0 1 0 0 0,-2 3 0 0 0,-3 1 0 0 0,-1 1 0 0 0,5-5 0 0 0,10 5 0 0 0,1 4 0 0 0,-3 1 0 0 0,4-7 0 0 0,-3-3 0 0 0,-3 0 0 0 0,-5 2 0 0 0,-4 1 0 0 0,-3 2 0 0 0,-2 2 0 0 0,-1 0 0 0 0,7-7 0 0 0,3-2 0 0 0,6-7 0 0 0,9 0 0 0 0,8-6 0 0 0,5-6 0 0 0,-3 2 0 0 0,0-2 0 0 0,2-4 0 0 0,2-4 0 0 0,2-4 0 0 0,1-1 0 0 0,3-3 0 0 0,-1 8 0 0 0,2 1 0 0 0,-1 0 0 0 0,1-2 0 0 0,7-2 0 0 0,2 6 0 0 0,0 1 0 0 0,-2-2 0 0 0,-2-2 0 0 0,-3-3 0 0 0,-1 6 0 0 0,-1 1 0 0 0,7-2 0 0 0,1-3 0 0 0,8-2 0 0 0,1-2 0 0 0,-3-1 0 0 0,-4-2 0 0 0,-4 0 0 0 0,-2 0 0 0 0,-4-1 0 0 0,0 1 0 0 0,6-1 0 0 0,3 1 0 0 0,-1 0 0 0 0,-2 0 0 0 0,6 0 0 0 0,0 0 0 0 0,-2 0 0 0 0,-2 0 0 0 0,-4 0 0 0 0,-1 0 0 0 0,-3 0 0 0 0,-1 0 0 0 0,0 0 0 0 0,7 0 0 0 0,3 0 0 0 0,7 0 0 0 0,1 0 0 0 0,-3 0 0 0 0,-4 0 0 0 0,-4-8 0 0 0,-3-2 0 0 0,-2 0 0 0 0,-1 3 0 0 0,-9-7 0 0 0,-3 1 0 0 0,0-7 0 0 0,3 2 0 0 0,2-5 0 0 0,-5-6 0 0 0,-2-6 0 0 0,3-11 0 0 0,2-15 0 0 0,-5-3 0 0 0,-8 1 0 0 0,-7 3 0 0 0,-8 5 0 0 0,-5 4 0 0 0,-3 2 0 0 0,-1 3 0 0 0,-2 1 0 0 0,1 1 0 0 0,-1-1 0 0 0,-7 1 0 0 0,-9 0 0 0 0,-2-1 0 0 0,-6 0 0 0 0,2 1 0 0 0,6-1 0 0 0,-3-8 0 0 0,-5 5 0 0 0,2 4 0 0 0,-3 1 0 0 0,-4-8 0 0 0,-4-2 0 0 0,-5 7 0 0 0,5 5 0 0 0,1 1 0 0 0,-2 7 0 0 0,-2 10 0 0 0,-2 8 0 0 0,-2 7 0 0 0,-2 5 0 0 0,-9 3 0 0 0,-2 1 0 0 0,-8 1 0 0 0,0-1 0 0 0,-6 1 0 0 0,2 7 0 0 0,5 1 0 0 0,5 0 0 0 0,-3-2 0 0 0,1-2 0 0 0,2 5 0 0 0,5 1 0 0 0,2 6 0 0 0,2 0 0 0 0,2-3 0 0 0,-6 3 0 0 0,-3 0 0 0 0,1-5 0 0 0,2 4 0 0 0,1 7 0 0 0,3-1 0 0 0,2-5 0 0 0,0-4 0 0 0,-7 2 0 0 0,-2-2 0 0 0,1-2 0 0 0,2-4 0 0 0,1 4 0 0 0,3 1 0 0 0,1 5 0 0 0,2 0 0 0 0,0-3 0 0 0,0-5 0 0 0,0 5 0 0 0,1-1 0 0 0,-1-3 0 0 0,0-3 0 0 0,0 5 0 0 0,0 0 0 0 0,0 5 0 0 0,-7 0 0 0 0,-4-3 0 0 0,2-4 0 0 0,8 3 0 0 0,6 0 0 0 0,1-3 0 0 0,0-3 0 0 0,-1 5 0 0 0,-2 0 0 0 0,-1-3 0 0 0,0-2 0 0 0,-2-3 0 0 0,0-9 0 0 0,7-5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21140 1359 16383 0 0,'0'-7'0'0'0,"8"-4"0"0"0,10 9 0 0 0,9 12 0 0 0,9 12 0 0 0,5 10 0 0 0,3 0 0 0 0,-5 1 0 0 0,-3 4 0 0 0,-6 2 0 0 0,-1-5 0 0 0,-6 0 0 0 0,1 1 0 0 0,5-5 0 0 0,-4 0 0 0 0,3-6 0 0 0,-5 2 0 0 0,3-4 0 0 0,-4 2 0 0 0,2 4 0 0 0,5-2 0 0 0,-3 2 0 0 0,3-4 0 0 0,2-6 0 0 0,6-6 0 0 0,2-5 0 0 0,4-4 0 0 0,1-2 0 0 0,1-1 0 0 0,1-1 0 0 0,0-1 0 0 0,-1 1 0 0 0,1 1 0 0 0,-1-1 0 0 0,1 1 0 0 0,-1 0 0 0 0,0-8 0 0 0,-8-10 0 0 0,-2-9 0 0 0,-7-9 0 0 0,-9-5 0 0 0,-7-3 0 0 0,-6-2 0 0 0,-4-1 0 0 0,6 0 0 0 0,1 0 0 0 0,-1 1 0 0 0,-2 0 0 0 0,6 1 0 0 0,9 7 0 0 0,0 3 0 0 0,-3 0 0 0 0,-5-2 0 0 0,-4-3 0 0 0,-4-1 0 0 0,-3-2 0 0 0,-9-2 0 0 0,-11 0 0 0 0,-11 8 0 0 0,-7 9 0 0 0,-6 10 0 0 0,5 0 0 0 0,0 4 0 0 0,0 3 0 0 0,-2 5 0 0 0,-3 2 0 0 0,0 3 0 0 0,-2 0 0 0 0,-1 10 0 0 0,0 2 0 0 0,0-1 0 0 0,-1-2 0 0 0,1-1 0 0 0,-1-4 0 0 0,-6 7 0 0 0,-4 9 0 0 0,1 1 0 0 0,3-3 0 0 0,9 3 0 0 0,4-1 0 0 0,2-4 0 0 0,-1-5 0 0 0,-1-4 0 0 0,5 5 0 0 0,2 0 0 0 0,5 6 0 0 0,0 0 0 0 0,5 5 0 0 0,-2-1 0 0 0,-4-4 0 0 0,-5 2 0 0 0,-5-2 0 0 0,4-3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7BA84FE6-4DA5-32BA-A9EB-974A301E1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966" y="240484"/>
            <a:ext cx="9169878" cy="65064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9BD2CF4-D6F5-5C57-7A25-598999F3A9F5}"/>
                  </a:ext>
                </a:extLst>
              </p14:cNvPr>
              <p14:cNvContentPartPr/>
              <p14:nvPr/>
            </p14:nvContentPartPr>
            <p14:xfrm>
              <a:off x="9489184" y="177658"/>
              <a:ext cx="1291982" cy="666572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9BD2CF4-D6F5-5C57-7A25-598999F3A9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71550" y="159672"/>
                <a:ext cx="1327610" cy="702185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Graphic 10" descr="Cursor with solid fill">
            <a:extLst>
              <a:ext uri="{FF2B5EF4-FFF2-40B4-BE49-F238E27FC236}">
                <a16:creationId xmlns:a16="http://schemas.microsoft.com/office/drawing/2014/main" id="{98ED82A3-6336-A30D-7E05-458E0347D5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85894" y="18259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73586F7C-AEF1-7492-8341-A427577BD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438" y="95318"/>
            <a:ext cx="9371160" cy="668174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CBB3C0E-2127-D980-22B2-C46C26BD0949}"/>
                  </a:ext>
                </a:extLst>
              </p14:cNvPr>
              <p14:cNvContentPartPr/>
              <p14:nvPr/>
            </p14:nvContentPartPr>
            <p14:xfrm>
              <a:off x="4214490" y="3501132"/>
              <a:ext cx="3050628" cy="845173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CBB3C0E-2127-D980-22B2-C46C26BD094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96852" y="3483502"/>
                <a:ext cx="3086264" cy="880793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Graphic 7" descr="Cursor with solid fill">
            <a:extLst>
              <a:ext uri="{FF2B5EF4-FFF2-40B4-BE49-F238E27FC236}">
                <a16:creationId xmlns:a16="http://schemas.microsoft.com/office/drawing/2014/main" id="{69CBCA24-18EB-5216-9F3B-BDECAD7162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19026" y="399259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807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5D9FC543-F342-DB51-19B2-D74BCC1F6F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8621" y="172228"/>
            <a:ext cx="9660944" cy="6608583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36A080C-A367-1F87-F9F0-76144DB887E1}"/>
                  </a:ext>
                </a:extLst>
              </p14:cNvPr>
              <p14:cNvContentPartPr/>
              <p14:nvPr/>
            </p14:nvContentPartPr>
            <p14:xfrm>
              <a:off x="1294369" y="1166188"/>
              <a:ext cx="1511068" cy="471974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36A080C-A367-1F87-F9F0-76144DB887E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6731" y="1148561"/>
                <a:ext cx="1546703" cy="507588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Graphic 8" descr="Cursor with solid fill">
            <a:extLst>
              <a:ext uri="{FF2B5EF4-FFF2-40B4-BE49-F238E27FC236}">
                <a16:creationId xmlns:a16="http://schemas.microsoft.com/office/drawing/2014/main" id="{4CDCF5DB-035D-E988-46F5-4F04D02CF7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06460" y="118900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091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A782979A-0FB8-157D-950C-8CC944CC2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15" y="91384"/>
            <a:ext cx="5172973" cy="676149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89C9A1E-973C-3EFD-C2EC-80173B096BB9}"/>
                  </a:ext>
                </a:extLst>
              </p14:cNvPr>
              <p14:cNvContentPartPr/>
              <p14:nvPr/>
            </p14:nvContentPartPr>
            <p14:xfrm>
              <a:off x="7442442" y="6144638"/>
              <a:ext cx="1087556" cy="584636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89C9A1E-973C-3EFD-C2EC-80173B096B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24808" y="6126649"/>
                <a:ext cx="1123184" cy="620254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Graphic 6" descr="Cursor with solid fill">
            <a:extLst>
              <a:ext uri="{FF2B5EF4-FFF2-40B4-BE49-F238E27FC236}">
                <a16:creationId xmlns:a16="http://schemas.microsoft.com/office/drawing/2014/main" id="{4ED7B21B-FA55-8612-2D7A-AB54969E9D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56121" y="643674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423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0AB9BF16-5984-AC7B-EE5C-2E2E7B4DA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060" y="149469"/>
            <a:ext cx="9744971" cy="654468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9D2BCBA-E149-7FA2-D977-A68A3D287A54}"/>
                  </a:ext>
                </a:extLst>
              </p14:cNvPr>
              <p14:cNvContentPartPr/>
              <p14:nvPr/>
            </p14:nvContentPartPr>
            <p14:xfrm>
              <a:off x="2157350" y="3208795"/>
              <a:ext cx="793688" cy="343075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9D2BCBA-E149-7FA2-D977-A68A3D287A5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39720" y="3191174"/>
                <a:ext cx="829307" cy="378677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Graphic 8" descr="Cursor with solid fill">
            <a:extLst>
              <a:ext uri="{FF2B5EF4-FFF2-40B4-BE49-F238E27FC236}">
                <a16:creationId xmlns:a16="http://schemas.microsoft.com/office/drawing/2014/main" id="{F65017BB-85E5-2029-1C67-F9FCAB45E0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35215" y="327372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007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39C759A1-398F-4474-1825-BDEBA19BA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212" y="106337"/>
            <a:ext cx="9428671" cy="663094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4790528-6B02-E543-1CC0-248118A5B1A4}"/>
                  </a:ext>
                </a:extLst>
              </p14:cNvPr>
              <p14:cNvContentPartPr/>
              <p14:nvPr/>
            </p14:nvContentPartPr>
            <p14:xfrm>
              <a:off x="1504298" y="1557900"/>
              <a:ext cx="1319259" cy="307409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4790528-6B02-E543-1CC0-248118A5B1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86305" y="1539923"/>
                <a:ext cx="1354885" cy="343004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Graphic 6" descr="Cursor with solid fill">
            <a:extLst>
              <a:ext uri="{FF2B5EF4-FFF2-40B4-BE49-F238E27FC236}">
                <a16:creationId xmlns:a16="http://schemas.microsoft.com/office/drawing/2014/main" id="{F8480ABC-FF48-EF31-2C39-AA80E0482F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06460" y="15628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128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02A0D0F-74E6-7408-5169-1A9E405D6B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475" y="186606"/>
            <a:ext cx="10257839" cy="646480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949BB45-019C-9340-95B3-51F5C7291963}"/>
                  </a:ext>
                </a:extLst>
              </p14:cNvPr>
              <p14:cNvContentPartPr/>
              <p14:nvPr/>
            </p14:nvContentPartPr>
            <p14:xfrm>
              <a:off x="9500680" y="4198147"/>
              <a:ext cx="1331562" cy="536656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949BB45-019C-9340-95B3-51F5C72919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83046" y="4180522"/>
                <a:ext cx="1367190" cy="572265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Graphic 6" descr="Cursor with solid fill">
            <a:extLst>
              <a:ext uri="{FF2B5EF4-FFF2-40B4-BE49-F238E27FC236}">
                <a16:creationId xmlns:a16="http://schemas.microsoft.com/office/drawing/2014/main" id="{89D206FB-D73D-9EAA-5916-2354EB1F83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40837" y="46827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024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CEED312C-AE87-8A27-10D4-6117E52DA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928" y="139584"/>
            <a:ext cx="10118783" cy="659320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4872746-5264-F89D-227F-6E14ABB7D33F}"/>
                  </a:ext>
                </a:extLst>
              </p14:cNvPr>
              <p14:cNvContentPartPr/>
              <p14:nvPr/>
            </p14:nvContentPartPr>
            <p14:xfrm>
              <a:off x="2624243" y="1068761"/>
              <a:ext cx="1360663" cy="488957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4872746-5264-F89D-227F-6E14ABB7D33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06609" y="1051131"/>
                <a:ext cx="1396290" cy="524576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Graphic 8" descr="Cursor with solid fill">
            <a:extLst>
              <a:ext uri="{FF2B5EF4-FFF2-40B4-BE49-F238E27FC236}">
                <a16:creationId xmlns:a16="http://schemas.microsoft.com/office/drawing/2014/main" id="{390A8D20-C0E0-C1B8-18CB-5C87563DEB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25970" y="141904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735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3C9606F9-1F14-CC8F-859F-F668B2AFB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042" y="7094"/>
            <a:ext cx="9471803" cy="680067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D1CA61C-144A-8F2A-0929-C479EC6651CB}"/>
                  </a:ext>
                </a:extLst>
              </p14:cNvPr>
              <p14:cNvContentPartPr/>
              <p14:nvPr/>
            </p14:nvContentPartPr>
            <p14:xfrm>
              <a:off x="8671671" y="3664085"/>
              <a:ext cx="1169248" cy="649786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D1CA61C-144A-8F2A-0929-C479EC6651C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54037" y="3646095"/>
                <a:ext cx="1204876" cy="685405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Graphic 6" descr="Cursor with solid fill">
            <a:extLst>
              <a:ext uri="{FF2B5EF4-FFF2-40B4-BE49-F238E27FC236}">
                <a16:creationId xmlns:a16="http://schemas.microsoft.com/office/drawing/2014/main" id="{FBA2F069-0056-1A9D-66F9-FFFE6F5F56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8838" y="399259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892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E58FE97D-D316-D1F1-9757-EF38A1E07D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6147" y="71588"/>
            <a:ext cx="10014720" cy="6666090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F1C5C09-D819-9FE6-E273-3DA30629BFAB}"/>
                  </a:ext>
                </a:extLst>
              </p14:cNvPr>
              <p14:cNvContentPartPr/>
              <p14:nvPr/>
            </p14:nvContentPartPr>
            <p14:xfrm>
              <a:off x="10016246" y="2155086"/>
              <a:ext cx="532246" cy="407285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F1C5C09-D819-9FE6-E273-3DA30629BF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98253" y="2137456"/>
                <a:ext cx="567873" cy="442904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Graphic 6" descr="Cursor with solid fill">
            <a:extLst>
              <a:ext uri="{FF2B5EF4-FFF2-40B4-BE49-F238E27FC236}">
                <a16:creationId xmlns:a16="http://schemas.microsoft.com/office/drawing/2014/main" id="{7C3CAEC7-B25A-EBE1-50DF-BF4F82E3E4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3328" y="235357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254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E0C78DA6-0665-D351-24B8-251F49DE9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721" y="1347797"/>
            <a:ext cx="7904671" cy="337165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9EB6047-FA9F-62FD-34AE-90355E8CD289}"/>
                  </a:ext>
                </a:extLst>
              </p14:cNvPr>
              <p14:cNvContentPartPr/>
              <p14:nvPr/>
            </p14:nvContentPartPr>
            <p14:xfrm>
              <a:off x="8121744" y="3604086"/>
              <a:ext cx="2437699" cy="1018952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9EB6047-FA9F-62FD-34AE-90355E8CD28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03746" y="3586450"/>
                <a:ext cx="2473336" cy="1054585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Graphic 7" descr="Cursor with solid fill">
            <a:extLst>
              <a:ext uri="{FF2B5EF4-FFF2-40B4-BE49-F238E27FC236}">
                <a16:creationId xmlns:a16="http://schemas.microsoft.com/office/drawing/2014/main" id="{0D7A826F-BF86-F869-6792-D6D76D1A06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97064" y="433764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763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804B408B-4B93-1F36-8F76-D33F75DE9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35" y="79546"/>
            <a:ext cx="9802480" cy="66701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2C7F0D7-53CD-33F8-8466-42A615EAA30F}"/>
                  </a:ext>
                </a:extLst>
              </p14:cNvPr>
              <p14:cNvContentPartPr/>
              <p14:nvPr/>
            </p14:nvContentPartPr>
            <p14:xfrm>
              <a:off x="4018618" y="1020483"/>
              <a:ext cx="1963891" cy="633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2C7F0D7-53CD-33F8-8466-42A615EAA3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00620" y="1002493"/>
                <a:ext cx="1999526" cy="66958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Graphic 6" descr="Cursor with solid fill">
            <a:extLst>
              <a:ext uri="{FF2B5EF4-FFF2-40B4-BE49-F238E27FC236}">
                <a16:creationId xmlns:a16="http://schemas.microsoft.com/office/drawing/2014/main" id="{FA312909-E3DC-889A-A654-7163D9497F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82574" y="140466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513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Table&#10;&#10;Description automatically generated">
            <a:extLst>
              <a:ext uri="{FF2B5EF4-FFF2-40B4-BE49-F238E27FC236}">
                <a16:creationId xmlns:a16="http://schemas.microsoft.com/office/drawing/2014/main" id="{AD317D41-8EDB-A8A6-D8DE-F125BC02D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1" y="-4757"/>
            <a:ext cx="9687463" cy="686751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A5459E8-AE9B-048C-A53E-AF3951435D31}"/>
                  </a:ext>
                </a:extLst>
              </p14:cNvPr>
              <p14:cNvContentPartPr/>
              <p14:nvPr/>
            </p14:nvContentPartPr>
            <p14:xfrm>
              <a:off x="1332688" y="1571860"/>
              <a:ext cx="2412460" cy="487836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A5459E8-AE9B-048C-A53E-AF3951435D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14690" y="1553872"/>
                <a:ext cx="2448096" cy="523452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Graphic 4" descr="Cursor with solid fill">
            <a:extLst>
              <a:ext uri="{FF2B5EF4-FFF2-40B4-BE49-F238E27FC236}">
                <a16:creationId xmlns:a16="http://schemas.microsoft.com/office/drawing/2014/main" id="{4C098E86-C8EE-C522-0E1E-24E53A3894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82838" y="172097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589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Table&#10;&#10;Description automatically generated">
            <a:extLst>
              <a:ext uri="{FF2B5EF4-FFF2-40B4-BE49-F238E27FC236}">
                <a16:creationId xmlns:a16="http://schemas.microsoft.com/office/drawing/2014/main" id="{ADBCF627-9439-162F-24ED-ED6F4E194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23" y="167771"/>
            <a:ext cx="9874368" cy="657996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C585373-7E60-C1C7-FF85-863AA7BC991F}"/>
                  </a:ext>
                </a:extLst>
              </p14:cNvPr>
              <p14:cNvContentPartPr/>
              <p14:nvPr/>
            </p14:nvContentPartPr>
            <p14:xfrm>
              <a:off x="9710813" y="2138695"/>
              <a:ext cx="456530" cy="439134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C585373-7E60-C1C7-FF85-863AA7BC99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93185" y="2121072"/>
                <a:ext cx="492146" cy="474739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Graphic 6" descr="Cursor with solid fill">
            <a:extLst>
              <a:ext uri="{FF2B5EF4-FFF2-40B4-BE49-F238E27FC236}">
                <a16:creationId xmlns:a16="http://schemas.microsoft.com/office/drawing/2014/main" id="{7F560784-EDB5-C5A9-BD04-D08422F8A8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36989" y="235357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822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BB415CDD-136E-0CC4-39E2-BC39992B7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004" y="1505019"/>
            <a:ext cx="6064369" cy="258275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8DEA092-762A-9082-1CB8-8BE08DFDAAD1}"/>
                  </a:ext>
                </a:extLst>
              </p14:cNvPr>
              <p14:cNvContentPartPr/>
              <p14:nvPr/>
            </p14:nvContentPartPr>
            <p14:xfrm>
              <a:off x="7049493" y="2982442"/>
              <a:ext cx="1772223" cy="1104577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8DEA092-762A-9082-1CB8-8BE08DFDAA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31857" y="2964446"/>
                <a:ext cx="1807855" cy="1140209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Graphic 6" descr="Cursor with solid fill">
            <a:extLst>
              <a:ext uri="{FF2B5EF4-FFF2-40B4-BE49-F238E27FC236}">
                <a16:creationId xmlns:a16="http://schemas.microsoft.com/office/drawing/2014/main" id="{DA7DC15F-228C-8ED0-4E48-405D33FFC6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86158" y="376255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058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Table&#10;&#10;Description automatically generated">
            <a:extLst>
              <a:ext uri="{FF2B5EF4-FFF2-40B4-BE49-F238E27FC236}">
                <a16:creationId xmlns:a16="http://schemas.microsoft.com/office/drawing/2014/main" id="{441AB01A-B3E9-28EC-FFEC-A543CCC26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22" y="-4757"/>
            <a:ext cx="9845614" cy="686751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BA493DD-AD9C-AC10-73F0-D5EC5CE4ADBE}"/>
                  </a:ext>
                </a:extLst>
              </p14:cNvPr>
              <p14:cNvContentPartPr/>
              <p14:nvPr/>
            </p14:nvContentPartPr>
            <p14:xfrm>
              <a:off x="8884595" y="3677383"/>
              <a:ext cx="1202382" cy="571186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BA493DD-AD9C-AC10-73F0-D5EC5CE4AD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66601" y="3659758"/>
                <a:ext cx="1238011" cy="606795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Graphic 6" descr="Cursor with solid fill">
            <a:extLst>
              <a:ext uri="{FF2B5EF4-FFF2-40B4-BE49-F238E27FC236}">
                <a16:creationId xmlns:a16="http://schemas.microsoft.com/office/drawing/2014/main" id="{2ECF7479-485E-1F70-70A3-39020F994E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36347" y="409323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954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C61A1925-0E61-2AB0-EE09-969A98AF7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1" y="7659"/>
            <a:ext cx="9572444" cy="685706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5774AC3-C15F-BFD9-8607-09A8FDF105B4}"/>
                  </a:ext>
                </a:extLst>
              </p14:cNvPr>
              <p14:cNvContentPartPr/>
              <p14:nvPr/>
            </p14:nvContentPartPr>
            <p14:xfrm>
              <a:off x="9906000" y="112213"/>
              <a:ext cx="536370" cy="359933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5774AC3-C15F-BFD9-8607-09A8FDF105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88013" y="94234"/>
                <a:ext cx="571984" cy="395531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Graphic 7" descr="Cursor with solid fill">
            <a:extLst>
              <a:ext uri="{FF2B5EF4-FFF2-40B4-BE49-F238E27FC236}">
                <a16:creationId xmlns:a16="http://schemas.microsoft.com/office/drawing/2014/main" id="{FB1DEB32-C91D-C8CB-25A6-5EC4BA2F9F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95781" y="29761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2774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Graphical user interface&#10;&#10;Description automatically generated">
            <a:extLst>
              <a:ext uri="{FF2B5EF4-FFF2-40B4-BE49-F238E27FC236}">
                <a16:creationId xmlns:a16="http://schemas.microsoft.com/office/drawing/2014/main" id="{E6DDC757-4E6D-3AAB-B13E-7CC2D6F9A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815" y="10447"/>
            <a:ext cx="9701838" cy="680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086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204</cp:revision>
  <dcterms:created xsi:type="dcterms:W3CDTF">2023-04-09T16:50:46Z</dcterms:created>
  <dcterms:modified xsi:type="dcterms:W3CDTF">2023-04-09T18:32:25Z</dcterms:modified>
</cp:coreProperties>
</file>